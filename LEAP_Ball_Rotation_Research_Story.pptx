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da1d2888354d8a" /><Relationship Type="http://schemas.openxmlformats.org/officeDocument/2006/relationships/extended-properties" Target="/docProps/app.xml" Id="R0e3835065855482a" /><Relationship Type="http://schemas.openxmlformats.org/officeDocument/2006/relationships/officeDocument" Target="/ppt/presentation.xml" Id="Re50dd9e1555c4b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95c39e84143f2"/>
  </p:sldMasterIdLst>
  <p:notesMasterIdLst>
    <p:notesMasterId xmlns:r="http://schemas.openxmlformats.org/officeDocument/2006/relationships" r:id="Ra01f8e88619a431d"/>
  </p:notesMasterIdLst>
  <p:sldIdLst>
    <p:sldId xmlns:r="http://schemas.openxmlformats.org/officeDocument/2006/relationships" id="256" r:id="R2f59612054cb44e2"/>
    <p:sldId xmlns:r="http://schemas.openxmlformats.org/officeDocument/2006/relationships" id="257" r:id="R761d89720ae342f6"/>
    <p:sldId xmlns:r="http://schemas.openxmlformats.org/officeDocument/2006/relationships" id="258" r:id="Rc32d5318f2c341a4"/>
    <p:sldId xmlns:r="http://schemas.openxmlformats.org/officeDocument/2006/relationships" id="259" r:id="Rfb4aabc2e18d4e79"/>
    <p:sldId xmlns:r="http://schemas.openxmlformats.org/officeDocument/2006/relationships" id="260" r:id="R82598d14cbf3476e"/>
    <p:sldId xmlns:r="http://schemas.openxmlformats.org/officeDocument/2006/relationships" id="261" r:id="R6ff6185122d748d5"/>
    <p:sldId xmlns:r="http://schemas.openxmlformats.org/officeDocument/2006/relationships" id="262" r:id="R836a02c5d3e14d8e"/>
    <p:sldId xmlns:r="http://schemas.openxmlformats.org/officeDocument/2006/relationships" id="263" r:id="R814fced3643a4d51"/>
    <p:sldId xmlns:r="http://schemas.openxmlformats.org/officeDocument/2006/relationships" id="264" r:id="R1ce564cf70a74055"/>
    <p:sldId xmlns:r="http://schemas.openxmlformats.org/officeDocument/2006/relationships" id="265" r:id="R7859cbe0e7eb45b2"/>
    <p:sldId xmlns:r="http://schemas.openxmlformats.org/officeDocument/2006/relationships" id="266" r:id="Rc99e6d6852e141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05968768443d9" /><Relationship Type="http://schemas.openxmlformats.org/officeDocument/2006/relationships/slideMaster" Target="/ppt/slideMasters/slideMaster1.xml" Id="Ra8595c39e84143f2" /><Relationship Type="http://schemas.openxmlformats.org/officeDocument/2006/relationships/notesMaster" Target="/ppt/notesMasters/notesMaster1.xml" Id="Ra01f8e88619a431d" /><Relationship Type="http://schemas.openxmlformats.org/officeDocument/2006/relationships/presProps" Target="/ppt/presProps.xml" Id="R27c5bce0a89a4ab8" /><Relationship Type="http://schemas.openxmlformats.org/officeDocument/2006/relationships/tableStyles" Target="/ppt/tableStyles.xml" Id="R9c120eef72c941dc" /><Relationship Type="http://schemas.openxmlformats.org/officeDocument/2006/relationships/slide" Target="/ppt/slides/slide1.xml" Id="R2f59612054cb44e2" /><Relationship Type="http://schemas.openxmlformats.org/officeDocument/2006/relationships/slide" Target="/ppt/slides/slide2.xml" Id="R761d89720ae342f6" /><Relationship Type="http://schemas.openxmlformats.org/officeDocument/2006/relationships/slide" Target="/ppt/slides/slide3.xml" Id="Rc32d5318f2c341a4" /><Relationship Type="http://schemas.openxmlformats.org/officeDocument/2006/relationships/slide" Target="/ppt/slides/slide4.xml" Id="Rfb4aabc2e18d4e79" /><Relationship Type="http://schemas.openxmlformats.org/officeDocument/2006/relationships/slide" Target="/ppt/slides/slide5.xml" Id="R82598d14cbf3476e" /><Relationship Type="http://schemas.openxmlformats.org/officeDocument/2006/relationships/slide" Target="/ppt/slides/slide6.xml" Id="R6ff6185122d748d5" /><Relationship Type="http://schemas.openxmlformats.org/officeDocument/2006/relationships/slide" Target="/ppt/slides/slide7.xml" Id="R836a02c5d3e14d8e" /><Relationship Type="http://schemas.openxmlformats.org/officeDocument/2006/relationships/slide" Target="/ppt/slides/slide8.xml" Id="R814fced3643a4d51" /><Relationship Type="http://schemas.openxmlformats.org/officeDocument/2006/relationships/slide" Target="/ppt/slides/slide9.xml" Id="R1ce564cf70a74055" /><Relationship Type="http://schemas.openxmlformats.org/officeDocument/2006/relationships/slide" Target="/ppt/slides/slide10.xml" Id="R7859cbe0e7eb45b2" /><Relationship Type="http://schemas.openxmlformats.org/officeDocument/2006/relationships/slide" Target="/ppt/slides/slide11.xml" Id="Rc99e6d6852e1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f16fcbebe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a2f64ecd694797" /><Relationship Type="http://schemas.openxmlformats.org/officeDocument/2006/relationships/notesMaster" Target="/ppt/notesMasters/notesMaster1.xml" Id="Rb57b175fdae044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3aaed9e41c423e" /><Relationship Type="http://schemas.openxmlformats.org/officeDocument/2006/relationships/notesMaster" Target="/ppt/notesMasters/notesMaster1.xml" Id="Rd3c61f1c81cf4b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0bc98cce146fa" /><Relationship Type="http://schemas.openxmlformats.org/officeDocument/2006/relationships/notesMaster" Target="/ppt/notesMasters/notesMaster1.xml" Id="R1b020714631a47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6b492e79e43f8" /><Relationship Type="http://schemas.openxmlformats.org/officeDocument/2006/relationships/notesMaster" Target="/ppt/notesMasters/notesMaster1.xml" Id="Ra50f3464fb66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c6bcc963194d03" /><Relationship Type="http://schemas.openxmlformats.org/officeDocument/2006/relationships/notesMaster" Target="/ppt/notesMasters/notesMaster1.xml" Id="Rd1989c747e6f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1589cd84114dd4" /><Relationship Type="http://schemas.openxmlformats.org/officeDocument/2006/relationships/notesMaster" Target="/ppt/notesMasters/notesMaster1.xml" Id="Rfa7cbebb063b48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47c185e9754d03" /><Relationship Type="http://schemas.openxmlformats.org/officeDocument/2006/relationships/notesMaster" Target="/ppt/notesMasters/notesMaster1.xml" Id="R8e576145542a4a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b8b68f579f45b5" /><Relationship Type="http://schemas.openxmlformats.org/officeDocument/2006/relationships/notesMaster" Target="/ppt/notesMasters/notesMaster1.xml" Id="R33975476f19747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58225484614fe2" /><Relationship Type="http://schemas.openxmlformats.org/officeDocument/2006/relationships/notesMaster" Target="/ppt/notesMasters/notesMaster1.xml" Id="R44288fa23a6147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c82745295e4d11" /><Relationship Type="http://schemas.openxmlformats.org/officeDocument/2006/relationships/notesMaster" Target="/ppt/notesMasters/notesMaster1.xml" Id="R3a39cd69d9464f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c3b25ba82b4f0e" /><Relationship Type="http://schemas.openxmlformats.org/officeDocument/2006/relationships/notesMaster" Target="/ppt/notesMasters/notesMaster1.xml" Id="R101ebb6bb6764a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本簡報以保存的 run config 與訓練摘要重建研究決策鏈。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</a:t>
            </a:r>
          </a:p>
          <a:p xmlns:a="http://schemas.openxmlformats.org/drawingml/2006/main">
            <a:r>
              <a:t>- D:/UniLab/logs/rsl_rl_ppo/*/run_config.json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先說明研究分支，而不是宣稱每個後續任務都更成功。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D:/UniLab/DEVELOPMENT_LOG.md:2244</a:t>
            </a:r>
          </a:p>
          <a:p xmlns:a="http://schemas.openxmlformats.org/drawingml/2006/main">
            <a:r>
              <a:t>- D:/UniLab/DEVELOPMENT_LOG.md:2385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 run 完成 999 iterations，適合作為主要 baseline，而不是 smoke 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D:/UniLab/logs/rsl_rl_ppo/LeapInhandBallSustainedCacheRotation/2026-07-21_18-22-39_mujoco/run_config.json</a:t>
            </a:r>
          </a:p>
          <a:p xmlns:a="http://schemas.openxmlformats.org/drawingml/2006/main">
            <a:r>
              <a:t>- D:/UniLab/logs/rsl_rl_ppo/LeapInhandBallSustainedCacheRotation/2026-07-21_18-22-39_mujoco/run_summary.json</a:t>
            </a:r>
          </a:p>
          <a:p xmlns:a="http://schemas.openxmlformats.org/drawingml/2006/main">
            <a:r>
              <a:t>- D:/UniLab/DEVELOPMENT_LOG.md:2389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兩個 run 都是 999 iterations／32.77M steps，可作較公平的單變量對照；reward 數值只在同一機制內比較。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D:/UniLab/logs/rsl_rl_ppo/LeapInhandBallSustainedCacheRotation/2026-07-21_18-22-39_mujoco/run_summary.json</a:t>
            </a:r>
          </a:p>
          <a:p xmlns:a="http://schemas.openxmlformats.org/drawingml/2006/main">
            <a:r>
              <a:t>- D:/UniLab/logs/rsl_rl_ppo/LeapInhandBallSustainedCacheRotation/2026-07-21_22-58-39_mujoco/run_summary.json</a:t>
            </a:r>
          </a:p>
          <a:p xmlns:a="http://schemas.openxmlformats.org/drawingml/2006/main">
            <a:r>
              <a:t>- D:/UniLab/DEVELOPMENT_LOG.md:2297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 run 用來否定過早加入 handoff 的假設，而不是證明 finger gaiting 無價值。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D:/UniLab/logs/rsl_rl_ppo/LeapInhandBallFingerGaitingRotation/2026-07-22_15-47-22_mujoco/run_config.json</a:t>
            </a:r>
          </a:p>
          <a:p xmlns:a="http://schemas.openxmlformats.org/drawingml/2006/main">
            <a:r>
              <a:t>- D:/UniLab/logs/rsl_rl_ppo/LeapInhandBallFingerGaitingRotation/2026-07-22_15-47-22_mujoco/run_summary.json</a:t>
            </a:r>
          </a:p>
          <a:p xmlns:a="http://schemas.openxmlformats.org/drawingml/2006/main">
            <a:r>
              <a:t>- D:/UniLab/DEVELOPMENT_LOG.md:2624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 reward 與其他 task 尺度不同，因此不能直接用 mean reward 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D:/UniLab/logs/rsl_rl_ppo/LeapInhandBallDirectRotation/2026-07-22_21-27-39_mujoco/run_config.json</a:t>
            </a:r>
          </a:p>
          <a:p xmlns:a="http://schemas.openxmlformats.org/drawingml/2006/main">
            <a:r>
              <a:t>- D:/UniLab/logs/rsl_rl_ppo/LeapInhandBallDirectRotation/2026-07-22_21-27-39_mujoco/run_summary.json</a:t>
            </a:r>
          </a:p>
          <a:p xmlns:a="http://schemas.openxmlformats.org/drawingml/2006/main">
            <a:r>
              <a:t>- D:/UniLab/DEVELOPMENT_LOG.md:2620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V3-A 是研究方向的簡化，不應單靠負的 total reward 判定失敗；需搭配 rotation diagnostics 和 viewer。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D:/UniLab/logs/rsl_rl_ppo/LeapInhandBallSustainedCacheRotation/2026-07-27_00-36-25_mujoco/run_config.json</a:t>
            </a:r>
          </a:p>
          <a:p xmlns:a="http://schemas.openxmlformats.org/drawingml/2006/main">
            <a:r>
              <a:t>- D:/UniLab/logs/rsl_rl_ppo/LeapInhandBallSustainedCacheRotation/2026-07-27_00-36-25_mujoco/run_summary.json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V3-B 把 handoff 從主要 shaping 降級為經驗證的事件與 stage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D:/UniLab/logs/rsl_rl_ppo/LeapInhandBallCacheGaitingRotation/2026-07-27_12-26-57_mujoco/run_config.json</a:t>
            </a:r>
          </a:p>
          <a:p xmlns:a="http://schemas.openxmlformats.org/drawingml/2006/main">
            <a:r>
              <a:t>- D:/UniLab/logs/rsl_rl_ppo/LeapInhandBallCacheGaitingRotation/2026-07-27_12-26-57_mujoco/run_summary.json</a:t>
            </a:r>
          </a:p>
          <a:p xmlns:a="http://schemas.openxmlformats.org/drawingml/2006/main">
            <a:r>
              <a:t>- D:/UniLab/conf/ppo/task/leap_inhand_ball_cache_gaiting/mujoco.yaml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這一頁是之後報告與論文可重用的 canonical RunId mapping。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D:/UniLab/logs/rsl_rl_ppo/LeapInhandBallSustainedCacheRotation/*/run_summary.json</a:t>
            </a:r>
          </a:p>
          <a:p xmlns:a="http://schemas.openxmlformats.org/drawingml/2006/main">
            <a:r>
              <a:t>- D:/UniLab/logs/rsl_rl_ppo/LeapInhandBallFingerGaitingRotation/*/run_summary.json</a:t>
            </a:r>
          </a:p>
          <a:p xmlns:a="http://schemas.openxmlformats.org/drawingml/2006/main">
            <a:r>
              <a:t>- D:/UniLab/logs/rsl_rl_ppo/LeapInhandBallDirectRotation/*/run_summary.json</a:t>
            </a:r>
          </a:p>
          <a:p xmlns:a="http://schemas.openxmlformats.org/drawingml/2006/main">
            <a:r>
              <a:t>- D:/UniLab/logs/rsl_rl_ppo/LeapInhandBallCacheGaitingRotation/*/run_summary.json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Reward 演變不是單純增加項目，而是持續移除會形成 local optimum 的 shaping。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D:/UniLab/conf/ppo/task/leap_inhand_ball_sustained_cache/mujoco.yaml</a:t>
            </a:r>
          </a:p>
          <a:p xmlns:a="http://schemas.openxmlformats.org/drawingml/2006/main">
            <a:r>
              <a:t>- D:/UniLab/conf/ppo/task/leap_inhand_ball_finger_gaiting/mujoco.yaml</a:t>
            </a:r>
          </a:p>
          <a:p xmlns:a="http://schemas.openxmlformats.org/drawingml/2006/main">
            <a:r>
              <a:t>- D:/UniLab/conf/ppo/task/leap_inhand_ball_direct/mujoco.yaml</a:t>
            </a:r>
          </a:p>
          <a:p xmlns:a="http://schemas.openxmlformats.org/drawingml/2006/main">
            <a:r>
              <a:t>- D:/UniLab/conf/ppo/task/leap_inhand_ball_cache_gaiting/mujoco.yaml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收尾不要宣稱 Cache Gaiting 已成功；把下一步定義成可量測的驗證工作。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D:/UniLab/AGENTS.md#Dexterous-Manipulation-Training-Guidance</a:t>
            </a:r>
          </a:p>
          <a:p xmlns:a="http://schemas.openxmlformats.org/drawingml/2006/main">
            <a:r>
              <a:t>- D:/UniLab/DEVELOPMENT_LOG.md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9cf01ec9645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bc8bdebc34002" /><Relationship Type="http://schemas.openxmlformats.org/officeDocument/2006/relationships/slideLayout" Target="/ppt/slideLayouts/slideLayout1.xml" Id="R584c77b04dad4e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4c77b04dad4e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60f8c42f48cc" /><Relationship Type="http://schemas.openxmlformats.org/officeDocument/2006/relationships/notesSlide" Target="/ppt/notesSlides/notesSlide1.xml" Id="R5f83c0b058e0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69129ce494557" /><Relationship Type="http://schemas.openxmlformats.org/officeDocument/2006/relationships/notesSlide" Target="/ppt/notesSlides/notesSlide2.xml" Id="Re2eecd51789141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0061d89ee47f0" /><Relationship Type="http://schemas.openxmlformats.org/officeDocument/2006/relationships/notesSlide" Target="/ppt/notesSlides/notesSlide3.xml" Id="Rd2f69ca6bdf247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a4e900a4247c0" /><Relationship Type="http://schemas.openxmlformats.org/officeDocument/2006/relationships/chart" Target="/ppt/slides/charts/chart1.xml" Id="R46bf28a684364e4c" /><Relationship Type="http://schemas.openxmlformats.org/officeDocument/2006/relationships/notesSlide" Target="/ppt/notesSlides/notesSlide4.xml" Id="R7cf671b481a94b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99190ea234dab" /><Relationship Type="http://schemas.openxmlformats.org/officeDocument/2006/relationships/notesSlide" Target="/ppt/notesSlides/notesSlide5.xml" Id="R42a06f3b0f1040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08a09a73b4773" /><Relationship Type="http://schemas.openxmlformats.org/officeDocument/2006/relationships/notesSlide" Target="/ppt/notesSlides/notesSlide6.xml" Id="Rbb87cdc1936d46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8c757bba64868" /><Relationship Type="http://schemas.openxmlformats.org/officeDocument/2006/relationships/notesSlide" Target="/ppt/notesSlides/notesSlide7.xml" Id="Rc5aabe347b4f44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8022861f4f84" /><Relationship Type="http://schemas.openxmlformats.org/officeDocument/2006/relationships/notesSlide" Target="/ppt/notesSlides/notesSlide8.xml" Id="Rec6eb573c040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b427a7760406b" /><Relationship Type="http://schemas.openxmlformats.org/officeDocument/2006/relationships/notesSlide" Target="/ppt/notesSlides/notesSlide9.xml" Id="Rc09cfb6c5c894a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6467de38b4e7f" /><Relationship Type="http://schemas.openxmlformats.org/officeDocument/2006/relationships/notesSlide" Target="/ppt/notesSlides/notesSlide10.xml" Id="R503eb24e469243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8fa355a90414a" /><Relationship Type="http://schemas.openxmlformats.org/officeDocument/2006/relationships/notesSlide" Target="/ppt/notesSlides/notesSlide11.xml" Id="R143a79a473af4d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94A3B8"/>
            </a:solidFill>
          </c:spPr>
          <c:cat>
            <c:strLit>
              <c:ptCount val="2"/>
              <c:pt idx="0">
                <c:v>Final reward</c:v>
              </c:pt>
              <c:pt idx="1">
                <c:v>Best reward</c:v>
              </c:pt>
            </c:strLit>
          </c:cat>
          <c:val>
            <c:numLit>
              <c:formatCode>General</c:formatCode>
              <c:ptCount val="2"/>
              <c:pt idx="0">
                <c:v>5.152</c:v>
              </c:pt>
              <c:pt idx="1">
                <c:v>7.049</c:v>
              </c:pt>
            </c:numLit>
          </c:val>
        </c:ser>
        <c:ser>
          <c:idx val="1"/>
          <c:order val="1"/>
          <c:tx>
            <c:v>+ anchor proximity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Final reward</c:v>
              </c:pt>
              <c:pt idx="1">
                <c:v>Best reward</c:v>
              </c:pt>
            </c:strLit>
          </c:cat>
          <c:val>
            <c:numLit>
              <c:formatCode>General</c:formatCode>
              <c:ptCount val="2"/>
              <c:pt idx="0">
                <c:v>7.554</c:v>
              </c:pt>
              <c:pt idx="1">
                <c:v>8.965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1D5D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"/>
      </c:valAx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424C9-0DBC-45C7-8EDA-C45F6530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LEAP HAND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B620-948D-4D88-9585-CB85228D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從持球到持續轉球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281B9-72AF-431A-9A11-F47EB5B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四個任務如何逐步定位 reward、旋轉與 finger gaiting 的真正瓶頸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F9AB2-52C3-4E63-B9D9-CDB119E4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3D96B-C48F-4611-B7EF-732BBED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142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7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1B41B-170D-4249-A240-1A42DB1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571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個研究任務</a:t>
            </a:r>
          </a:p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一條證據鏈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E51F7-1E42-4EB0-9CF7-E563217C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UniLab · PPO · MuJoCo · Cache-based Dexterous Manipulation</a:t>
            </a:r>
          </a:p>
        </p:txBody>
      </p:sp>
    </p:spTree>
    <p:extLst>
      <p:ext uri="{BB962C8B-B14F-4D97-AF65-F5344CB8AC3E}">
        <p14:creationId xmlns:p14="http://schemas.microsoft.com/office/powerpoint/2010/main" val="163470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6E48C1-8A99-4CE8-A049-02790E9A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每一個新任務，都在回答上一個任務留下的問題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24BF0-9025-48F3-8F20-6706EB8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838450" y="3143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6" name=""/>
          <p:cNvCxnSpPr/>
          <p:nvPr/>
        </p:nvCxnSpPr>
        <p:spPr>
          <a:xfrm xmlns:a="http://schemas.openxmlformats.org/drawingml/2006/main">
            <a:off x="5753100" y="3143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8667750" y="314325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7310D-3EE7-43ED-809F-CBABA74E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3241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C0F2A-CE6C-45A9-B195-75D372B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6D29-A97B-409F-A2C6-48F723B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多種 cache 抓姿下，能否持續旋轉？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C3120-569B-4001-A6B7-72A4C220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3241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8C2FC-FB11-4F6F-AC36-BF0ADC9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145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3470C-0AF7-43B0-A6C9-F7B19A7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停止旋轉，是否因為手指不會換位？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E40F6-1FE3-46DF-8BBF-82AA4F19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23241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2EC5D-1932-4E31-B8FC-23DE4FB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Rotation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A32AA-40D5-46EB-97A5-78E0A0E4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真正瓶頸是否是正向旋轉本身？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C861BF-8F9D-4E09-A417-3309D791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3241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0B291-5159-402F-B6E6-9F9BF889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145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4984E-4A4A-4BFD-A04C-19CE6278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33675"/>
            <a:ext cx="19431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先取得旋轉，再加入受約束 handoff。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3D1CD-DF26-48A1-8D17-C0D79767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7/21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845E6-6CA8-48F7-A7CE-231AB7D1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7/22 12:15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5B605-5B45-453D-B80B-4C2FF67B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7/22 21:27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324D7-B9B3-4C64-A37E-880FFDC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76750"/>
            <a:ext cx="2324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7/27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B2E4A-5221-4C33-9094-AA947A1A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這不是版本編號的直線升級，而是一系列可被 RunId 驗證的研究假設。</a:t>
            </a:r>
          </a:p>
        </p:txBody>
      </p:sp>
    </p:spTree>
    <p:extLst>
      <p:ext uri="{BB962C8B-B14F-4D97-AF65-F5344CB8AC3E}">
        <p14:creationId xmlns:p14="http://schemas.microsoft.com/office/powerpoint/2010/main" val="3489271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C2B2B-51C9-47F1-A394-AB9FAF71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Cache 證明 cache reset 可行，但旋轉會中斷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E633B-55D9-4C8C-98A3-E14B7AD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3D6BB-9E0F-441D-B5AF-9900B87E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2026-07-21_18-22-39_mujoco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4986E-CEF2-40E0-BB69-78113A9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初版 reward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DE829-EEB3-4BBE-A04C-6AAE995A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spin progress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3257550" y="2209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44B46-714D-4976-A52E-156CC34D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43125"/>
            <a:ext cx="500063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A8C3E-3405-460E-B248-167A727B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95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+1.5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C9ECF-E953-423F-BAD4-B6AEFE24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retention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3257550" y="2590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F85E5-0DB2-4D07-B831-491BEAD9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24125"/>
            <a:ext cx="16668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544B0-9110-4321-8C96-91EFB65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94B9E-63F0-4E40-9B54-AC930F3B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fingertip support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257550" y="2971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30031-ADF5-46DA-BF46-E2F60AE2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05125"/>
            <a:ext cx="83344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400C1-6365-411D-9664-8D9930EA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F8882-F012-495C-AB65-B0ACF620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failure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3257550" y="3352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DA413-2C1F-457A-BED1-E999199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86125"/>
            <a:ext cx="1666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14DDF-1EF4-4AB6-8666-7FB68EF4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C93946-DAB5-4CC9-B572-885DD516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238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44DA92-6E47-43BD-83A1-83A76EE8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383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32.77M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89C9D-B6D0-495E-BD6A-8189D8F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05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environment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598EA-0780-4B71-9C37-327C86B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38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87EED-231E-4AFA-9BEA-6518187D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383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481.64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74E4F-42D5-4F32-B221-6249DC9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05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mean episode steps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A0089-9964-45F6-9A20-8AE8E70A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19500"/>
            <a:ext cx="5000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06F5D-C852-490E-8120-92CD9EE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觀察到的失敗模式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B8C8C-D44A-41AC-8050-4707DEE0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短暫旋轉 → 接觸不更新 → 速度下降 → 停止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D3A1D5-6FDA-433B-BDFF-93788259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結論：cache 本身不是主要障礙；持續推動與接觸更新才是。</a:t>
            </a:r>
          </a:p>
        </p:txBody>
      </p:sp>
    </p:spTree>
    <p:extLst>
      <p:ext uri="{BB962C8B-B14F-4D97-AF65-F5344CB8AC3E}">
        <p14:creationId xmlns:p14="http://schemas.microsoft.com/office/powerpoint/2010/main" val="11828150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C0486-2E7D-4827-8360-DB3598F5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 shaping 修補 retention 灰色區，卻沒有解決旋轉中斷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0FB6C-4179-48F6-9DE9-95A67D46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6F135-1549-449B-AEF3-B11911D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BASE  2026-07-21_18-22-39_mujoco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BD286-F6F9-4CF7-AB19-190DAA1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TEST  2026-07-21_22-58-39_mujoco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14350" y="1714500"/>
          <a:ext xmlns:a="http://schemas.openxmlformats.org/drawingml/2006/main" cx="6191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bf28a684364e4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11778-51F1-4C6A-A6D3-E0311CC2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F95BD-3364-4078-B832-1DCBE885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新增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AABAF-B2B5-4F1C-84AD-6C8DA876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anchor_proximity  +0.1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4C0C1-0F44-4028-9EFC-E22CCEAA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Final reward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5.152 → 7.554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Episode steps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481.64 → 499.19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70D34-F5F4-4A5E-AB1B-0F67D8F3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位置維持改善 ≠ 持續旋轉成功</a:t>
            </a:r>
          </a:p>
        </p:txBody>
      </p:sp>
    </p:spTree>
    <p:extLst>
      <p:ext uri="{BB962C8B-B14F-4D97-AF65-F5344CB8AC3E}">
        <p14:creationId xmlns:p14="http://schemas.microsoft.com/office/powerpoint/2010/main" val="1962170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5DB83-AB13-4360-A230-4DAED6E8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 否定了「只要會換手就能持續旋轉」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AD694-9257-4CDE-BC52-7662383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E3290-A35A-49E6-B74B-75A5DD5A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2026-07-22_15-47-22_mujoco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0ACD0-56A8-45C9-81B0-6930A8C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4667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E5A4-C6AD-4028-B15B-2127657A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原始假設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182C4-68BF-4DFD-8801-6F8304BF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一根手指釋放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→ 其他手指支撐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→ 重新接觸</a:t>
            </a:r>
          </a:p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→ 繼續推球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8F159-8904-4D4C-B6AC-C677B65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27146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AD6F2-2585-4F86-A65F-09ACFDEB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43100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22.33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A92EA-0B42-41B5-91EE-C6AAC2DD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平均存活時間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AC104-543B-4713-BA2F-0C7D124A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146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FB407-DFE9-445F-BE40-4BD447DA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1.97%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A984C-80A9-41D7-98B5-3B5B0CF1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正向速度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7DE5D-BAF6-4524-9BF5-35D9C0C2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27146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41869-A196-4E2E-AF0C-C7DD6CB1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0522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&lt;0.11%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2E0DB-3215-4EF5-8CC2-2F0935B5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719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qualified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6806E-905B-4EA9-AB14-CFD88C3F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714625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66A8B-1C19-44A7-A56E-A5F440DE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0522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0EACA7-4E1B-43DD-8A27-F75F0298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71975"/>
            <a:ext cx="2295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2s / 5s / 10s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61DE1-A98E-4D55-A92E-2AF48D6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修正後的判斷：policy 連基本正向旋轉都尚未可靠取得，強制 handoff 太早。</a:t>
            </a:r>
          </a:p>
        </p:txBody>
      </p:sp>
    </p:spTree>
    <p:extLst>
      <p:ext uri="{BB962C8B-B14F-4D97-AF65-F5344CB8AC3E}">
        <p14:creationId xmlns:p14="http://schemas.microsoft.com/office/powerpoint/2010/main" val="14583985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8DA37-F20E-4605-AD54-CD7EAC1D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Rotation 將問題縮小到單一技能：正向旋轉 acquisition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87D6B-600D-4B1A-AA3B-8268328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44B96-FB33-46D5-B0EE-C9060678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2026-07-22_21-27-39_mujoco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43329-8ED2-4C8C-8248-2507DC5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固定目標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28380-3481-4E8D-87C4-5CBE618C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+Z · 0.30 rad/s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CC257-4527-4CCE-A77D-C4927A2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stable rotation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257550" y="2971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D9E72-C97E-46DB-8817-61AD4BB4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05125"/>
            <a:ext cx="2000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53164-C6DF-4174-85C8-0C993DDC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57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29A38-CAC6-4743-A90F-0BDBE5C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rotation streak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3257550" y="3352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B3428-CBF9-4537-B827-C6B39A47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86125"/>
            <a:ext cx="16668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D1E43-CF5B-48F6-B845-24589FE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+0.5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F25A4-24D1-447A-ADC0-8E17EB0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stall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3257550" y="3733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07173-E64D-4BB3-9FFC-D602E8E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67125"/>
            <a:ext cx="333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BAD8F-3E9D-4672-9401-10D29B37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FFF45-106C-4E5B-9FCB-AFEFEBF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reverse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3257550" y="41148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9A992-0B4E-4038-A0BF-FFD1C44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48125"/>
            <a:ext cx="1333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E5487-DC30-47B0-81D6-FCE21EFB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005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170EC-6D57-40F0-830A-96A75B9F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476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EE4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49A6A-84B3-44E3-BAF9-F3F5DD09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刻意移除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0F732E-E8CE-41A2-B89B-F316C952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3714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多階段 curriculum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強制 handoff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release-progress shaping</a:t>
            </a:r>
          </a:p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retention / stage bonus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E45C5-EB44-47B7-BCD6-8CCD92D7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 iterations · 3.28M steps · 用途是隔離變因，不是宣告最終成功。</a:t>
            </a:r>
          </a:p>
        </p:txBody>
      </p:sp>
    </p:spTree>
    <p:extLst>
      <p:ext uri="{BB962C8B-B14F-4D97-AF65-F5344CB8AC3E}">
        <p14:creationId xmlns:p14="http://schemas.microsoft.com/office/powerpoint/2010/main" val="11397812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EBCCC8-D4C0-4481-B7F6-03338ED6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V3-A 把 reward 從複雜 shaping 收斂成任務本身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9FB0-D75E-47AA-B31E-49468B0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DDE0F-1FFD-4487-9D78-9A4DDCEE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2026-07-27_00-36-25_mujoco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8296-4B19-49FB-88BE-A708412D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目標軸旋轉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3257550" y="19240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4FEC-25B1-4059-89FB-8338A9B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57375"/>
            <a:ext cx="416719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8DC88-8BBB-4A9B-AB35-B5CB8A5E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+1.25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0A925-3DAA-40D3-BE37-80BE6C87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物體平移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3257550" y="24193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F2004-1648-44F7-98AF-F1BE7E6B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2352675"/>
            <a:ext cx="100013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EFB32-994E-4475-861C-4159860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8CB47-CC70-4305-BE9D-5F52AA6A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Anchor 誤差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3257550" y="29146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14C55-59FD-49DD-89C0-AB22874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47975"/>
            <a:ext cx="2000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73F285-5328-491A-AEE2-F5ED4B05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03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9F156-B451-47A0-B1C9-26CE10E5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停止旋轉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3257550" y="34099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6FB6A-3952-44A3-96C3-596739F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881" y="3343275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FF02A-55B3-44CF-9633-114F9362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-0.05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478B6-A8E3-47DB-BD3B-B82D6529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Failure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3257550" y="39052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225CE-0EAF-430E-A9E4-D4C716D3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38575"/>
            <a:ext cx="3333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2A4503-3B9D-4D57-A375-6145A52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-1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52A49-4EBA-4617-BE6D-BFBA8681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44767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0617E-5052-465B-B330-0864AF7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設計原則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AB193-C2FA-42AB-8A38-2563BD2C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24125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旋轉本身給 reward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偏離 anchor 持續付成本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停轉持續付成本</a:t>
            </a:r>
          </a:p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離開 workspace 才終止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A0993-4DFD-4DDB-80E8-749460E0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FA3BC-DD25-4BB4-964E-5A8F336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911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13.11M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EE77EC-BF27-47EC-8585-79A59247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578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environment steps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633635-D10C-420A-90FF-B4CB50B1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095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C5010B-D0BF-4A8D-8972-5F9F30FD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911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E7490"/>
                </a:solidFill>
                <a:latin typeface="Microsoft JhengHei"/>
                <a:ea typeface="Microsoft JhengHei"/>
                <a:cs typeface="Microsoft JhengHei"/>
              </a:rPr>
              <a:t>495.37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92E689-1D43-484B-9F91-02638185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578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mean episode steps</a:t>
            </a:r>
          </a:p>
        </p:txBody>
      </p:sp>
    </p:spTree>
    <p:extLst>
      <p:ext uri="{BB962C8B-B14F-4D97-AF65-F5344CB8AC3E}">
        <p14:creationId xmlns:p14="http://schemas.microsoft.com/office/powerpoint/2010/main" val="2381161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0194C-2A83-40EC-8B5F-2C30B80D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V3-B 重新加入 handoff，但不再讓換手支配 reward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4A9B1-2DF4-4DF3-B465-D5D02F41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30E37-D406-47B3-9AB1-E9097B0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RUN  2026-07-27_12-26-57_mujoco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64249-034D-4987-8AB6-E01DF2A9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1A87F-0CB6-4EAD-9BDA-7960DFDA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30C46-E541-49A7-B633-BE432A2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43175"/>
            <a:ext cx="2000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+Z 旋轉仍是主要 reward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D66C4-3EAD-43A2-B8E0-896D7B51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82B9C-A07F-4E84-A3CA-A050616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240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安全支撐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45608-4CA5-470A-A589-61FAC3E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3175"/>
            <a:ext cx="2000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拇指保持；其他至少兩指支撐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A2C3D-3E71-48A8-ABCE-D878B650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52625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408AA-AFCF-4728-8D01-F0BEFECF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240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有效 Handoff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6D860-7FCA-42F4-A3EA-6209AAEF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43175"/>
            <a:ext cx="2000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0.03 rad 真實角位移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一次性 +0.05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B83E2-8ED1-4180-86AB-928E1463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52625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B3235-4200-4FCA-BC58-DBCD5AF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240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Stage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B86BCC-B81D-4827-AA73-91E5A8F8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43175"/>
            <a:ext cx="2000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 → 0.30 rad/s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逐階增加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956FF-7C2D-4797-AABD-77FA751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禁止拇指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541AC-8FE9-41E6-A944-FE62D7A2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移除 stable-support 與 release-progress dense reward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709B9-B41E-485C-B788-C004A06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238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2A9E7-C47C-4D9C-8137-CCC6627D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19.66M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FFB3C-009B-42C7-AC6B-D04AC851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environment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DDABC5-3039-495B-A225-56AA7D9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48250"/>
            <a:ext cx="2381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9852B-CEF4-4A23-8B85-8C97E9AF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768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EE78E-F5A4-4B85-AB48-1CE3155A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43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mean episode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12C70-9949-4E0D-B245-DBD2067B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219700"/>
            <a:ext cx="5286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完整存活不等於成功旋轉；下一步仍須用 net angle、axis speed 與 handoff 指標判斷。</a:t>
            </a:r>
          </a:p>
        </p:txBody>
      </p:sp>
    </p:spTree>
    <p:extLst>
      <p:ext uri="{BB962C8B-B14F-4D97-AF65-F5344CB8AC3E}">
        <p14:creationId xmlns:p14="http://schemas.microsoft.com/office/powerpoint/2010/main" val="9979466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82624F-0329-4517-9024-625092FC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六個主要 RunId 構成可追溯的研究證據鏈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9890E-F025-4EAF-B46D-B5A1C91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3EDEF-0AEA-4662-9FE9-CF284420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任務／角色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445D4-3FED-4155-89E1-8DF5736B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RunId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58E15-BDDA-4C22-B2C7-5076311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Iter.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F6302-C086-422C-AB7B-26145EB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主要結論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C46F56-1A04-425E-ACA1-85F189D7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33550"/>
            <a:ext cx="1123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3D086-5FC1-4162-A9D7-E19C2E37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1C24A-A8A2-4671-B305-664A307A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07-21 18:22:39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59B25-134C-47D6-982F-C430D6B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F88E1-5D04-46A2-BA3C-8080AA2A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可訓練；旋轉中斷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F14A6-A6EE-44BC-8E93-931D3BAF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Retention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1667E-FE99-4510-B443-C92E10C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07-21 22:58:39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8690A-93DA-45B7-8784-9223366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9CA2E-4284-4E6A-86D1-C3A32D36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位置維持改善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10207-6E7C-4680-85C6-A7A7951D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67050"/>
            <a:ext cx="1123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64844-DD6F-404A-AB31-D579E7E3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D3A2C-5267-43CC-90F5-1D063E4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07-22 15:47:22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373AE-2371-4627-B6BF-C03642D2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AC196-E188-43A6-90A8-F71AFA7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正向旋轉仍是瓶頸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34019-8EF2-498B-9966-6035DD4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 Rotation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77547F-A526-415F-AED3-19581A6A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07-22 21:27:39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BB505-D3FC-4C08-AA87-B78C4017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A0AC8-6B6B-4B84-BE11-A074C11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隔離 rotation acquisition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C375A-1BC6-49FC-AECF-7AC657BC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00550"/>
            <a:ext cx="1123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CA20C-63BB-4005-A385-3D74F73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 V3-A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412E8-43C4-435B-91BB-408D4DE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07-27 00:36:25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9878E-FC5F-4F9A-A134-F81CD72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F737B-FD2F-4805-AA75-D06FF82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76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簡化 reward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6F22-DAED-4C97-BCEF-1EA2286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 V3-B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A2344-E821-4C02-B1CD-9F492DD6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07-27 12:26:57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3A73D-62C2-4659-8416-3D71ACC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299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7650C8-53A6-4EB6-94A3-24283A42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43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受約束 handoff 整合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4CA2D-47EE-4A2D-954A-4DC3AE79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Smoke runs 只放附錄或驗證紀錄，不用來支持「學會了」的敘事。</a:t>
            </a:r>
          </a:p>
        </p:txBody>
      </p:sp>
    </p:spTree>
    <p:extLst>
      <p:ext uri="{BB962C8B-B14F-4D97-AF65-F5344CB8AC3E}">
        <p14:creationId xmlns:p14="http://schemas.microsoft.com/office/powerpoint/2010/main" val="732544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7DC45-670B-49B0-B967-3E444587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Reward 演變的方向：從大量 shaping，回到可驗證的物理目標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62571-86AD-483B-8D79-1248652A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752725" y="3333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240B5-4AA8-447A-BB33-D377F5F4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4312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3DBC0-6CCE-4820-9DC5-26EA084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Sustained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6F1A-B7FC-44D9-B6E4-995C6553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33675"/>
            <a:ext cx="18573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spin + retention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support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stage bonus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667375" y="3333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3134B-8D23-4249-860A-DA5D7540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1CCF3-39E3-4B2C-8844-32844430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1457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Finger Gaiting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51534-CCCC-4376-B363-2CF999D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18573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release progress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handoff bonus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handoff gates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582025" y="3333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563EB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6E82A-5AE1-42E8-80FC-7623E440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97549-D05E-4674-936E-D8D30027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1457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Direct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A89098-03D7-4B76-9D6A-E529C4D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18573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stable rotation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- stall / reverse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- palm / 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EAF7E-DE5E-4070-9177-21285FB4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43125"/>
            <a:ext cx="2238375" cy="23812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3CC73-73F0-418A-8D4C-81B0A089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14575"/>
            <a:ext cx="1857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Cache Gaiting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056B4-3771-4397-8B32-7B41EA1C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33675"/>
            <a:ext cx="18573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rotate + position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small handoff event</a:t>
            </a:r>
          </a:p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+ angle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B4D52-C843-4EA7-ADD9-4D0034D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被保留的訊號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9E1C8-C624-4776-802D-914E576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958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目標軸旋轉 · anchor 安全 · 連續性 ·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44F27-F22D-44F2-87E3-6C937263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被弱化的訊號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C6BD6-4D79-4382-9D2F-74365BF4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197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固定姿勢 · 單純 release · 大型 handoff bonus</a:t>
            </a:r>
          </a:p>
        </p:txBody>
      </p:sp>
    </p:spTree>
    <p:extLst>
      <p:ext uri="{BB962C8B-B14F-4D97-AF65-F5344CB8AC3E}">
        <p14:creationId xmlns:p14="http://schemas.microsoft.com/office/powerpoint/2010/main" val="1015862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4F334-CB5E-4A3A-9D20-5303E795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研究結論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93012-B910-4835-8FE9-3EAED75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先學會旋轉，</a:t>
            </a:r>
          </a:p>
          <a:p xmlns:a="http://schemas.openxmlformats.org/drawingml/2006/main">
            <a:pPr algn="l">
              <a:def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再要求換手。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2B0A5-A687-4F44-9304-DD5FEFFD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857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Cache 解決初始抓姿；Direct 隔離旋轉；Gaiting 應是受物理事件約束的後續技能，而不是主要 reward 捷徑。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E910F-4560-4758-8F0E-D534749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66875"/>
            <a:ext cx="2333625" cy="285750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5BA01-D663-42D0-917F-6085FF44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下一步證據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F4676-9172-4B1A-AEA5-AF924FDA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24125"/>
            <a:ext cx="180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11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跨 seed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net turns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axis-speed duration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qualified handoff</a:t>
            </a:r>
          </a:p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native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B830C-0DCE-4FD4-9204-43722BC9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RunId 讓每一個結論都能回到 checkpoint、metrics 與 viewer 驗證。</a:t>
            </a:r>
          </a:p>
        </p:txBody>
      </p:sp>
    </p:spTree>
    <p:extLst>
      <p:ext uri="{BB962C8B-B14F-4D97-AF65-F5344CB8AC3E}">
        <p14:creationId xmlns:p14="http://schemas.microsoft.com/office/powerpoint/2010/main" val="872322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2026-07-28T21:27:19.7670000Z</dcterms:created>
  <dcterms:modified xsi:type="dcterms:W3CDTF">2026-07-28T21:27:19.7670000Z</dcterms:modified>
</coreProperties>
</file>