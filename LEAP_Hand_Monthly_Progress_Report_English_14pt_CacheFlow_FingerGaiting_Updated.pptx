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e4c2cb4384b01" /><Relationship Type="http://schemas.openxmlformats.org/officeDocument/2006/relationships/extended-properties" Target="/docProps/app.xml" Id="Rd5dc0fdd5d384cfa" /><Relationship Type="http://schemas.openxmlformats.org/officeDocument/2006/relationships/officeDocument" Target="/ppt/presentation.xml" Id="Rdeeee7b0229c47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15b87666a4f9e"/>
  </p:sldMasterIdLst>
  <p:notesMasterIdLst>
    <p:notesMasterId xmlns:r="http://schemas.openxmlformats.org/officeDocument/2006/relationships" r:id="Ra3e2db41c5814e23"/>
  </p:notesMasterIdLst>
  <p:sldIdLst>
    <p:sldId xmlns:r="http://schemas.openxmlformats.org/officeDocument/2006/relationships" id="256" r:id="R24fb26837af04756"/>
    <p:sldId xmlns:r="http://schemas.openxmlformats.org/officeDocument/2006/relationships" id="257" r:id="R0909412207204fdf"/>
    <p:sldId xmlns:r="http://schemas.openxmlformats.org/officeDocument/2006/relationships" id="258" r:id="Rf9840db75216465a"/>
    <p:sldId xmlns:r="http://schemas.openxmlformats.org/officeDocument/2006/relationships" id="259" r:id="Rb8a175f81c444de1"/>
    <p:sldId xmlns:r="http://schemas.openxmlformats.org/officeDocument/2006/relationships" id="260" r:id="Rf8476285252541bc"/>
    <p:sldId xmlns:r="http://schemas.openxmlformats.org/officeDocument/2006/relationships" id="261" r:id="R35b3c4cd257f4bcc"/>
    <p:sldId xmlns:r="http://schemas.openxmlformats.org/officeDocument/2006/relationships" id="262" r:id="Ref397eec4e51488e"/>
    <p:sldId xmlns:r="http://schemas.openxmlformats.org/officeDocument/2006/relationships" id="263" r:id="R4a9fe577c4a4423e"/>
    <p:sldId xmlns:r="http://schemas.openxmlformats.org/officeDocument/2006/relationships" id="264" r:id="R07cfc2d8266a4911"/>
    <p:sldId xmlns:r="http://schemas.openxmlformats.org/officeDocument/2006/relationships" id="265" r:id="R28c7e7b7f75e4577"/>
    <p:sldId xmlns:r="http://schemas.openxmlformats.org/officeDocument/2006/relationships" id="266" r:id="Ra2ce6e59df9441a3"/>
    <p:sldId xmlns:r="http://schemas.openxmlformats.org/officeDocument/2006/relationships" id="267" r:id="R0bea0b1f95904bfb"/>
    <p:sldId xmlns:r="http://schemas.openxmlformats.org/officeDocument/2006/relationships" id="268" r:id="R7ae20ed0a5964cd0"/>
    <p:sldId xmlns:r="http://schemas.openxmlformats.org/officeDocument/2006/relationships" id="269" r:id="R2bba5a972f7d4983"/>
    <p:sldId xmlns:r="http://schemas.openxmlformats.org/officeDocument/2006/relationships" id="270" r:id="R8e4f7e6774614583"/>
    <p:sldId xmlns:r="http://schemas.openxmlformats.org/officeDocument/2006/relationships" id="271" r:id="R9de34cc4516f47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31fa790b8411b" /><Relationship Type="http://schemas.openxmlformats.org/officeDocument/2006/relationships/slideMaster" Target="/ppt/slideMasters/slideMaster1.xml" Id="R4d215b87666a4f9e" /><Relationship Type="http://schemas.openxmlformats.org/officeDocument/2006/relationships/notesMaster" Target="/ppt/notesMasters/notesMaster1.xml" Id="Ra3e2db41c5814e23" /><Relationship Type="http://schemas.openxmlformats.org/officeDocument/2006/relationships/presProps" Target="/ppt/presProps.xml" Id="Rc1bae3c6c24144b9" /><Relationship Type="http://schemas.openxmlformats.org/officeDocument/2006/relationships/viewProps" Target="/ppt/viewProps.xml" Id="Rcee9bed64f4e4a90" /><Relationship Type="http://schemas.openxmlformats.org/officeDocument/2006/relationships/tableStyles" Target="/ppt/tableStyles.xml" Id="R3afe6c17bb3e4f9b" /><Relationship Type="http://schemas.openxmlformats.org/officeDocument/2006/relationships/slide" Target="/ppt/slides/slide1.xml" Id="R24fb26837af04756" /><Relationship Type="http://schemas.openxmlformats.org/officeDocument/2006/relationships/slide" Target="/ppt/slides/slide2.xml" Id="R0909412207204fdf" /><Relationship Type="http://schemas.openxmlformats.org/officeDocument/2006/relationships/slide" Target="/ppt/slides/slide3.xml" Id="Rf9840db75216465a" /><Relationship Type="http://schemas.openxmlformats.org/officeDocument/2006/relationships/slide" Target="/ppt/slides/slide4.xml" Id="Rb8a175f81c444de1" /><Relationship Type="http://schemas.openxmlformats.org/officeDocument/2006/relationships/slide" Target="/ppt/slides/slide5.xml" Id="Rf8476285252541bc" /><Relationship Type="http://schemas.openxmlformats.org/officeDocument/2006/relationships/slide" Target="/ppt/slides/slide6.xml" Id="R35b3c4cd257f4bcc" /><Relationship Type="http://schemas.openxmlformats.org/officeDocument/2006/relationships/slide" Target="/ppt/slides/slide7.xml" Id="Ref397eec4e51488e" /><Relationship Type="http://schemas.openxmlformats.org/officeDocument/2006/relationships/slide" Target="/ppt/slides/slide8.xml" Id="R4a9fe577c4a4423e" /><Relationship Type="http://schemas.openxmlformats.org/officeDocument/2006/relationships/slide" Target="/ppt/slides/slide9.xml" Id="R07cfc2d8266a4911" /><Relationship Type="http://schemas.openxmlformats.org/officeDocument/2006/relationships/slide" Target="/ppt/slides/slide10.xml" Id="R28c7e7b7f75e4577" /><Relationship Type="http://schemas.openxmlformats.org/officeDocument/2006/relationships/slide" Target="/ppt/slides/slide11.xml" Id="Ra2ce6e59df9441a3" /><Relationship Type="http://schemas.openxmlformats.org/officeDocument/2006/relationships/slide" Target="/ppt/slides/slide12.xml" Id="R0bea0b1f95904bfb" /><Relationship Type="http://schemas.openxmlformats.org/officeDocument/2006/relationships/slide" Target="/ppt/slides/slide13.xml" Id="R7ae20ed0a5964cd0" /><Relationship Type="http://schemas.openxmlformats.org/officeDocument/2006/relationships/slide" Target="/ppt/slides/slide14.xml" Id="R2bba5a972f7d4983" /><Relationship Type="http://schemas.openxmlformats.org/officeDocument/2006/relationships/slide" Target="/ppt/slides/slide15.xml" Id="R8e4f7e6774614583" /><Relationship Type="http://schemas.openxmlformats.org/officeDocument/2006/relationships/slide" Target="/ppt/slides/slide16.xml" Id="R9de34cc4516f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896b988bfd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4f8133de514110" /><Relationship Type="http://schemas.openxmlformats.org/officeDocument/2006/relationships/notesMaster" Target="/ppt/notesMasters/notesMaster1.xml" Id="R0ba58319ec724c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07f219b2f4919" /><Relationship Type="http://schemas.openxmlformats.org/officeDocument/2006/relationships/notesMaster" Target="/ppt/notesMasters/notesMaster1.xml" Id="Rfb6fef03ded84b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5d38a921204467" /><Relationship Type="http://schemas.openxmlformats.org/officeDocument/2006/relationships/notesMaster" Target="/ppt/notesMasters/notesMaster1.xml" Id="R365fe0c32ccd42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0bbe35b584027" /><Relationship Type="http://schemas.openxmlformats.org/officeDocument/2006/relationships/notesMaster" Target="/ppt/notesMasters/notesMaster1.xml" Id="R9a252b8166d6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9b3e5abd624649" /><Relationship Type="http://schemas.openxmlformats.org/officeDocument/2006/relationships/notesMaster" Target="/ppt/notesMasters/notesMaster1.xml" Id="R35de421b582c42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333020d59b4694" /><Relationship Type="http://schemas.openxmlformats.org/officeDocument/2006/relationships/notesMaster" Target="/ppt/notesMasters/notesMaster1.xml" Id="R7e602f8e13dc4b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4c3c9c59e844cd" /><Relationship Type="http://schemas.openxmlformats.org/officeDocument/2006/relationships/notesMaster" Target="/ppt/notesMasters/notesMaster1.xml" Id="R7575e673b9bf44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02926acbbd4091" /><Relationship Type="http://schemas.openxmlformats.org/officeDocument/2006/relationships/notesMaster" Target="/ppt/notesMasters/notesMaster1.xml" Id="R363fa66acb454e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beda3e67884321" /><Relationship Type="http://schemas.openxmlformats.org/officeDocument/2006/relationships/notesMaster" Target="/ppt/notesMasters/notesMaster1.xml" Id="Rb789fadfab7946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1c111345ab41d6" /><Relationship Type="http://schemas.openxmlformats.org/officeDocument/2006/relationships/notesMaster" Target="/ppt/notesMasters/notesMaster1.xml" Id="R5efbd733cb1e46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34e55df0d44ccc" /><Relationship Type="http://schemas.openxmlformats.org/officeDocument/2006/relationships/notesMaster" Target="/ppt/notesMasters/notesMaster1.xml" Id="Rf980d754172e4a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9633ec44a4021" /><Relationship Type="http://schemas.openxmlformats.org/officeDocument/2006/relationships/notesMaster" Target="/ppt/notesMasters/notesMaster1.xml" Id="R8f0bd51ec0be48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d9113778774f74" /><Relationship Type="http://schemas.openxmlformats.org/officeDocument/2006/relationships/notesMaster" Target="/ppt/notesMasters/notesMaster1.xml" Id="R2e96a082bd5c43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d72bf8b467460e" /><Relationship Type="http://schemas.openxmlformats.org/officeDocument/2006/relationships/notesMaster" Target="/ppt/notesMasters/notesMaster1.xml" Id="R2c477c77534949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3b6e8852fb4377" /><Relationship Type="http://schemas.openxmlformats.org/officeDocument/2006/relationships/notesMaster" Target="/ppt/notesMasters/notesMaster1.xml" Id="Rad2a9e250fb14c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4136b2ccff4ec3" /><Relationship Type="http://schemas.openxmlformats.org/officeDocument/2006/relationships/notesMaster" Target="/ppt/notesMasters/notesMaster1.xml" Id="R20d4b7b9559e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report reconstructs progress from saved code, configurations, run metadata, TensorBoard diagnostics, and native-viewer inspection.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D:/UniLab/logs/rsl_rl_ppo/*/run_config.json</a:t>
            </a:r>
          </a:p>
          <a:p xmlns:a="http://schemas.openxmlformats.org/drawingml/2006/main">
            <a:r>
              <a:t>- D:/UniLab/logs/rsl_rl_ppo/*/run_summary.json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emphasis is a reliable experimental foundation and traceable evidence, not the highest aggregate reward.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D:/UniLab/AGENTS.md#Dexterous-Manipulation-Training-Guidance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D:/UniLab/conf/ppo/task/leap_inhand_ball_*/mujoco.yaml</a:t>
            </a:r>
          </a:p>
          <a:p xmlns:a="http://schemas.openxmlformats.org/drawingml/2006/main">
            <a:r>
              <a:t>- D:/UniLab/conf/ppo/task/leap_inhand_ball_*/motrix.yaml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page records the production path used for ball_grasp_official_50k.npy. The final file contains exactly 50,000 unique float32 reset rows; all 50,000 passed the final static audit. SHA-256: 11454e1439cd78efc312028b8fd740d9b125661fd96472b5ca926f3e7dfdc722.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D:/UniLab/conf/ppo/task/leap_inhand_ball_grasp/mujoco.yaml</a:t>
            </a:r>
          </a:p>
          <a:p xmlns:a="http://schemas.openxmlformats.org/drawingml/2006/main">
            <a:r>
              <a:t>- D:/UniLab/src/unilab/envs/manipulation/leap_inhand/ball_grasp_gen.py</a:t>
            </a:r>
          </a:p>
          <a:p xmlns:a="http://schemas.openxmlformats.org/drawingml/2006/main">
            <a:r>
              <a:t>- D:/UniLab/src/unilab/assets/robots/leap_hand/caches/ball_grasp_official_50k.npy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C:/Users/timli/Downloads/ChatGPT Image 2026年7月28日 下午05_27_48.png</a:t>
            </a:r>
          </a:p>
          <a:p xmlns:a="http://schemas.openxmlformats.org/drawingml/2006/main">
            <a:r>
              <a:t>- D:/UniLab/src/unilab/envs/manipulation/leap_inhand/sustained_cache_rotation.py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D:/UniLab/src/unilab/envs/manipulation/leap_inhand/sustained_cache_gaiting_rotation.py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arithmetic means over the final 10% of TensorBoard iteration records. S5–S6 use fixed-speed stage semantics and are flagged where direct comparison is unsafe.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</a:t>
            </a:r>
          </a:p>
          <a:p xmlns:a="http://schemas.openxmlformats.org/drawingml/2006/main">
            <a:r>
              <a:t>- D:/UniLab/logs/rsl_rl_ppo/LeapInhandBallSustainedCacheRotation/2026-07-21_22-58-39_mujoco</a:t>
            </a:r>
          </a:p>
          <a:p xmlns:a="http://schemas.openxmlformats.org/drawingml/2006/main">
            <a:r>
              <a:t>- D:/UniLab/logs/rsl_rl_ppo/LeapInhandBallSustainedCacheRotation/2026-07-22_02-38-07_mujoco</a:t>
            </a:r>
          </a:p>
          <a:p xmlns:a="http://schemas.openxmlformats.org/drawingml/2006/main">
            <a:r>
              <a:t>- D:/UniLab/logs/rsl_rl_ppo/LeapInhandBallSustainedCacheRotation/2026-07-22_23-04-12_mujoco</a:t>
            </a:r>
          </a:p>
          <a:p xmlns:a="http://schemas.openxmlformats.org/drawingml/2006/main">
            <a:r>
              <a:t>- D:/UniLab/logs/rsl_rl_ppo/LeapInhandBallSustainedCacheRotation/2026-07-23_00-19-50_mujoco</a:t>
            </a:r>
          </a:p>
          <a:p xmlns:a="http://schemas.openxmlformats.org/drawingml/2006/main">
            <a:r>
              <a:t>- D:/UniLab/logs/rsl_rl_ppo/LeapInhandBallSustainedCacheRotation/2026-07-23_02-40-23_mujoco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arithmetic means over the final 10% of TensorBoard iteration records. These runs log raw axis speed, not axis-speed EMA, and do not expose sustained-duration fractions; high raw speed plus short survival is interpreted as burst rotation rather than sustained rotation.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D:/UniLab/logs/rsl_rl_ppo/LeapInhandBallSustainedCacheRotation/2026-07-23_03-57-44_mujoco</a:t>
            </a:r>
          </a:p>
          <a:p xmlns:a="http://schemas.openxmlformats.org/drawingml/2006/main">
            <a:r>
              <a:t>- D:/UniLab/logs/rsl_rl_ppo/LeapInhandBallSustainedCacheRotation/2026-07-23_15-34-09_mujoco</a:t>
            </a:r>
          </a:p>
          <a:p xmlns:a="http://schemas.openxmlformats.org/drawingml/2006/main">
            <a:r>
              <a:t>- D:/UniLab/logs/rsl_rl_ppo/LeapInhandBallSustainedCacheRotation/2026-07-23_20-18-51_mujoco</a:t>
            </a:r>
          </a:p>
          <a:p xmlns:a="http://schemas.openxmlformats.org/drawingml/2006/main">
            <a:r>
              <a:t>- D:/UniLab/logs/rsl_rl_ppo/LeapInhandBallSustainedCacheRotation/2026-07-23_21-54-51_mujoco</a:t>
            </a:r>
          </a:p>
          <a:p xmlns:a="http://schemas.openxmlformats.org/drawingml/2006/main">
            <a:r>
              <a:t>- D:/UniLab/logs/rsl_rl_ppo/LeapInhandBallSustainedCacheRotation/2026-07-25_03-50-30_mujoco</a:t>
            </a:r>
          </a:p>
          <a:p xmlns:a="http://schemas.openxmlformats.org/drawingml/2006/main">
            <a:r>
              <a:t>- D:/UniLab/logs/rsl_rl_ppo/LeapInhandBallSustainedCacheRotation/2026-07-26_23-27-56_mujoco</a:t>
            </a:r>
          </a:p>
          <a:p xmlns:a="http://schemas.openxmlformats.org/drawingml/2006/main">
            <a:r>
              <a:t>- D:/UniLab/logs/rsl_rl_ppo/LeapInhandBallSustainedCacheRotation/2026-07-27_00-36-25_mujoco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arithmetic means over the final 10% of TensorBoard iteration records. FG1 combines the fresh run and its checkpoint-100 resume. FG3 sustained-duration metrics are excluded because the stationary stage was incorrectly counted as rotation; FG4 contains the corrected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D:/UniLab/logs/rsl_rl_ppo/LeapInhandBallFingerGaitingRotation/2026-07-22_12-19-14_mujoco</a:t>
            </a:r>
          </a:p>
          <a:p xmlns:a="http://schemas.openxmlformats.org/drawingml/2006/main">
            <a:r>
              <a:t>- D:/UniLab/logs/rsl_rl_ppo/LeapInhandBallFingerGaitingRotation/2026-07-22_12-36-43_mujoco</a:t>
            </a:r>
          </a:p>
          <a:p xmlns:a="http://schemas.openxmlformats.org/drawingml/2006/main">
            <a:r>
              <a:t>- D:/UniLab/logs/rsl_rl_ppo/LeapInhandBallFingerGaitingRotation/2026-07-22_12-59-49_mujoco</a:t>
            </a:r>
          </a:p>
          <a:p xmlns:a="http://schemas.openxmlformats.org/drawingml/2006/main">
            <a:r>
              <a:t>- D:/UniLab/logs/rsl_rl_ppo/LeapInhandBallFingerGaitingRotation/2026-07-22_14-58-36_mujoco</a:t>
            </a:r>
          </a:p>
          <a:p xmlns:a="http://schemas.openxmlformats.org/drawingml/2006/main">
            <a:r>
              <a:t>- D:/UniLab/logs/rsl_rl_ppo/LeapInhandBallFingerGaitingRotation/2026-07-22_15-47-22_mujoco</a:t>
            </a:r>
          </a:p>
          <a:p xmlns:a="http://schemas.openxmlformats.org/drawingml/2006/main">
            <a:r>
              <a:t>- D:/UniLab/DEVELOPMENT_LOG.md:2385-2630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Dense reward terms are logged before multiplication by ctrl_dt; the displayed reward contributions multiply those terms by 0.05. The handoff event is already an event reward and is not multiplied by ctrl_dt. Level-2 gate rates use the corrected per-level diagnostics from FG4.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D:/UniLab/logs/rsl_rl_ppo/LeapInhandBallFingerGaitingRotation/2026-07-22_15-47-22_mujoco/events.out.tfevents.*</a:t>
            </a:r>
          </a:p>
          <a:p xmlns:a="http://schemas.openxmlformats.org/drawingml/2006/main">
            <a:r>
              <a:t>- D:/UniLab/logs/rsl_rl_ppo/LeapInhandBallFingerGaitingRotation/2026-07-22_15-47-22_mujoco/run_config.json</a:t>
            </a:r>
          </a:p>
          <a:p xmlns:a="http://schemas.openxmlformats.org/drawingml/2006/main">
            <a:r>
              <a:t>- D:/UniLab/src/unilab/envs/manipulation/leap_inhand/finger_gaiting_rotation.py:402-547</a:t>
            </a:r>
          </a:p>
          <a:p xmlns:a="http://schemas.openxmlformats.org/drawingml/2006/main">
            <a:r>
              <a:t>- D:/UniLab/src/unilab/envs/manipulation/leap_inhand/sustained_rotation.py:173-225</a:t>
            </a:r>
          </a:p>
          <a:p xmlns:a="http://schemas.openxmlformats.org/drawingml/2006/main">
            <a:r>
              <a:t>- D:/UniLab/src/unilab/envs/manipulation/leap_inhand/sustained_rotation.py:470-642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D:/UniLab/logs/rsl_rl_ppo/LeapInhandBallFingerGaitingRotation/2026-07-22_15-47-22_mujoco/run_config.json</a:t>
            </a:r>
          </a:p>
          <a:p xmlns:a="http://schemas.openxmlformats.org/drawingml/2006/main">
            <a:r>
              <a:t>- D:/UniLab/logs/rsl_rl_ppo/LeapInhandBallFingerGaitingRotation/2026-07-22_15-47-22_mujoco/run_summary.json</a:t>
            </a:r>
          </a:p>
          <a:p xmlns:a="http://schemas.openxmlformats.org/drawingml/2006/main"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D:/UniLab/conf/ppo/task/leap_inhand_ball_direct/mujoco.yaml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D:/UniLab/logs/rsl_rl_ppo/LeapInhandBallDirectRotation/2026-07-22_21-27-39_mujoco/events.out.tfevents.1784780863.沅霆.41532.0</a:t>
            </a:r>
          </a:p>
          <a:p xmlns:a="http://schemas.openxmlformats.org/drawingml/2006/main">
            <a:r>
              <a:t>- D:/UniLab/logs/rsl_rl_ppo/LeapInhandBallDirectRotation/2026-07-22_21-27-39_mujoco/run_config.json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D:/UniLab/conf/ppo/task/leap_inhand_ball_cache_gaiting/mujoco.yaml</a:t>
            </a:r>
          </a:p>
          <a:p xmlns:a="http://schemas.openxmlformats.org/drawingml/2006/main">
            <a:r>
              <a:t>- D:/UniLab/logs/rsl_rl_ppo/LeapInhandBallCacheGaitingRotation/2026-07-27_12-26-57_mujoco/events.out.tfevents.1785180421.沅霆.36252.0</a:t>
            </a:r>
          </a:p>
          <a:p xmlns:a="http://schemas.openxmlformats.org/drawingml/2006/main">
            <a:r>
              <a:t>- D:/UniLab/logs/rsl_rl_ppo/LeapInhandBallCacheGaitingRotation/2026-07-27_12-26-57_mujoco/run_config.json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D:/UniLab/logs/rsl_rl_ppo/LeapInhandBallCacheRotation/*/run_config.json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D:/UniLab/logs/rsl_rl_ppo/LeapInhandBallFingerGaitingRotation/*/run_config.json</a:t>
            </a:r>
          </a:p>
          <a:p xmlns:a="http://schemas.openxmlformats.org/drawingml/2006/main">
            <a:r>
              <a:t>- D:/UniLab/logs/rsl_rl_ppo/LeapInhandBallDirectRotation/*/run_config.json</a:t>
            </a:r>
          </a:p>
          <a:p xmlns:a="http://schemas.openxmlformats.org/drawingml/2006/main">
            <a:r>
              <a:t>- D:/UniLab/logs/rsl_rl_ppo/LeapInhandBallCacheGaitingRotation/*/run_config.json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Maintain a conservative conclusion: the bottleneck is localized, but sustained Cache Gaiting is not yet solved.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D:/UniLab/AGENTS.md#Dexterous-Manipulation-Training-Guidance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8f898bd0343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3dd30e3614f68" /><Relationship Type="http://schemas.openxmlformats.org/officeDocument/2006/relationships/slideLayout" Target="/ppt/slideLayouts/slideLayout1.xml" Id="R5eb2fa40b69e47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2fa40b69e47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0e5f46cb64b15" /><Relationship Type="http://schemas.openxmlformats.org/officeDocument/2006/relationships/notesSlide" Target="/ppt/notesSlides/notesSlide1.xml" Id="R041c3c51bdb549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ad473a3ee4387" /><Relationship Type="http://schemas.openxmlformats.org/officeDocument/2006/relationships/notesSlide" Target="/ppt/notesSlides/notesSlide2.xml" Id="R3db5d1bb927d44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83f9e27e14739" /><Relationship Type="http://schemas.openxmlformats.org/officeDocument/2006/relationships/notesSlide" Target="/ppt/notesSlides/notesSlide3.xml" Id="Rb0edb174292549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99d4909804868" /><Relationship Type="http://schemas.openxmlformats.org/officeDocument/2006/relationships/notesSlide" Target="/ppt/notesSlides/notesSlide4.xml" Id="R41d476cd27c645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776896ebd4403" /><Relationship Type="http://schemas.openxmlformats.org/officeDocument/2006/relationships/notesSlide" Target="/ppt/notesSlides/notesSlide5.xml" Id="Red3d2d139c8a4f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52422439445a" /><Relationship Type="http://schemas.openxmlformats.org/officeDocument/2006/relationships/image" Target="/ppt/media/image.png" Id="Rac72ec0c08424de1" /><Relationship Type="http://schemas.openxmlformats.org/officeDocument/2006/relationships/notesSlide" Target="/ppt/notesSlides/notesSlide6.xml" Id="Raa3f9f49cce041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8cee913e040e8" /><Relationship Type="http://schemas.openxmlformats.org/officeDocument/2006/relationships/notesSlide" Target="/ppt/notesSlides/notesSlide7.xml" Id="R04fbdc8367cc46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7897b2084b65" /><Relationship Type="http://schemas.openxmlformats.org/officeDocument/2006/relationships/notesSlide" Target="/ppt/notesSlides/notesSlide8.xml" Id="R53caadf331d84c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1ac18709e487b" /><Relationship Type="http://schemas.openxmlformats.org/officeDocument/2006/relationships/notesSlide" Target="/ppt/notesSlides/notesSlide9.xml" Id="Rae68bf4d333f4f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1a06e719a48fa" /><Relationship Type="http://schemas.openxmlformats.org/officeDocument/2006/relationships/notesSlide" Target="/ppt/notesSlides/notesSlide10.xml" Id="R7093ad2723b04e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1f0d885fb40c6" /><Relationship Type="http://schemas.openxmlformats.org/officeDocument/2006/relationships/notesSlide" Target="/ppt/notesSlides/notesSlide11.xml" Id="Re233866c8aea49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a031c8f764a98" /><Relationship Type="http://schemas.openxmlformats.org/officeDocument/2006/relationships/notesSlide" Target="/ppt/notesSlides/notesSlide12.xml" Id="Rb7b71ff3859646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3c9f2956c48cc" /><Relationship Type="http://schemas.openxmlformats.org/officeDocument/2006/relationships/notesSlide" Target="/ppt/notesSlides/notesSlide13.xml" Id="Rd5496263351444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4d3a4961e444b" /><Relationship Type="http://schemas.openxmlformats.org/officeDocument/2006/relationships/notesSlide" Target="/ppt/notesSlides/notesSlide14.xml" Id="R091c45c8a95245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a8bcbb9dd484d" /><Relationship Type="http://schemas.openxmlformats.org/officeDocument/2006/relationships/notesSlide" Target="/ppt/notesSlides/notesSlide15.xml" Id="R183918539a2249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dbba6a06d406e" /><Relationship Type="http://schemas.openxmlformats.org/officeDocument/2006/relationships/notesSlide" Target="/ppt/notesSlides/notesSlide16.xml" Id="Rbd6b42ed79fa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4FDCC2F-2D54-4B65-86E5-13BE6AD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UNILAB · DEXTEROUS MANIPULATION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0C2376-1172-4642-8DBE-D09C314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477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Hand Dexterous Manipulation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One-Month Research Progress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6964004-78D7-48F6-81FA-B36C409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 evidence chain from model integration and ball caches to sustained rotation and finger gaiting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3EE756D-6A05-4081-8163-C74A584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AEA303-B300-4A5D-91F6-C4B4506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24050"/>
            <a:ext cx="1381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1B365B-656E-42CD-8760-7FE71EF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38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tasks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 reward versions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E509989-64BC-4976-9DC6-1C9BF8D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Reporting period: July 13–28, 2026</a:t>
            </a:r>
          </a:p>
        </p:txBody>
      </p:sp>
    </p:spTree>
    <p:extLst>
      <p:ext uri="{BB962C8B-B14F-4D97-AF65-F5344CB8AC3E}">
        <p14:creationId xmlns:p14="http://schemas.microsoft.com/office/powerpoint/2010/main" val="20615085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F789213-01FE-4048-861E-FA9106C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ABB5A2A-1246-4D7B-AB1E-CDBCEE6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From Trainable Environments to Diagnosable Experiments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B8B3805-FE9D-4115-A212-6EF09BBB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矩形: 圓角 3">
            <a:extLst xmlns:a="http://schemas.openxmlformats.org/drawingml/2006/main">
              <a:ext uri="{FF2B5EF4-FFF2-40B4-BE49-F238E27FC236}">
                <a16:creationId xmlns:a16="http://schemas.microsoft.com/office/drawing/2014/main" id="{6A14D999-7A76-4E89-BC59-1CB7E75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923595-5FC4-451B-B645-66E0130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79DB6D-4750-43E5-B83F-50E793AF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 / Motrix backend</a:t>
            </a:r>
          </a:p>
        </p:txBody>
      </p:sp>
      <p:sp>
        <p:nvSpPr>
          <p:cNvPr id="7" name="矩形: 圓角 6">
            <a:extLst xmlns:a="http://schemas.openxmlformats.org/drawingml/2006/main">
              <a:ext uri="{FF2B5EF4-FFF2-40B4-BE49-F238E27FC236}">
                <a16:creationId xmlns:a16="http://schemas.microsoft.com/office/drawing/2014/main" id="{1490987B-BE72-4B05-BABB-85D721E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DAC8D95-13CB-47E0-980E-BEFBF81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50k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9AAB958-A9EB-4077-A218-A0E109ED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LEAP-specific ball grasp states</a:t>
            </a:r>
          </a:p>
        </p:txBody>
      </p:sp>
      <p:sp>
        <p:nvSpPr>
          <p:cNvPr id="10" name="矩形: 圓角 9">
            <a:extLst xmlns:a="http://schemas.openxmlformats.org/drawingml/2006/main">
              <a:ext uri="{FF2B5EF4-FFF2-40B4-BE49-F238E27FC236}">
                <a16:creationId xmlns:a16="http://schemas.microsoft.com/office/drawing/2014/main" id="{5660F4DC-BB26-4DA4-9142-9B481A26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360EC22-F72A-498F-892A-B48845F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EE2D7D1-A2BC-4C1B-8ABE-A4308687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independently comparable cache tasks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880F3A3-F3F7-457D-A52D-4F4F033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7CC7347-E821-4DF5-84D8-775F533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Deliverables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1D87489-823B-4C49-91A1-3CEE2A6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and Physics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DECE729-CDE2-4AEB-9DD2-0BE6E6B9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LEAP assets, dedicated ball/cube scenes, self-collision, and adjacent-link contact filtering.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8BF5A32-9CDA-4B64-BB0F-4AFA671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Distribution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CF665E5-F99E-48D2-8DC8-9FE4907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Identified the cube-cache mismatch, built a 50k ball-specific cache, and stored a per-reset anchor.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B56A53-5312-4526-AE2D-CC53B41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Method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24ECEBB-75DC-4B7C-A2E1-015BD16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Used checkpoints, task diagnostics, the MuJoCo viewer, and RunIds for controlled reward and curriculum analysis.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DF3CE13-1C67-4D98-935C-B676031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Sustained rotation is not yet claimed as solved; the ordering of acquisition, retention, and handoff is now measurable.</a:t>
            </a:r>
          </a:p>
        </p:txBody>
      </p:sp>
    </p:spTree>
    <p:extLst>
      <p:ext uri="{BB962C8B-B14F-4D97-AF65-F5344CB8AC3E}">
        <p14:creationId xmlns:p14="http://schemas.microsoft.com/office/powerpoint/2010/main" val="6187691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1410EF3-B165-4246-9FF6-0B76EFA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28B96E6-497E-4D17-816B-93A51BF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Platform First, Then the Sustained-Rotation Bottleneck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8F7F40-FC2D-43BC-96B8-50B0E69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45" name="直線單箭頭接點 36"/>
          <p:cNvCxnSpPr/>
          <p:nvPr/>
        </p:nvCxnSpPr>
        <p:spPr>
          <a:xfrm xmlns:a="http://schemas.openxmlformats.org/drawingml/2006/main">
            <a:off x="781050" y="27813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0B464171-9BFA-4271-99A4-C87C7A8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672718-1293-465F-B4D2-4767D3D8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7/13–14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B8E7463-3F8E-42D1-AE14-EBC8385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7CBDE0-EEA8-4B82-BDBC-1A61E0B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" y="3467100"/>
            <a:ext cx="2026771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Windows 11 setup, 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smoke tests, 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Motrix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training, and diagnosis of 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wgpu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OOM recording failures.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D9B62FA5-BA68-4A43-8C6F-D2351AD4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5A4B5C9-8F1B-4AE3-8409-C03A0C9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7/14–17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6A85FE-F5B9-485D-A2F2-96C86D1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Integration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9D8761E-B9CD-4B10-858C-82DCA50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the hand and dedicated ball/cube assets; added in-hand rotation and toss tasks.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CB04FE0F-BDCD-443C-BF13-4EB3371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2D37EA-0857-4627-9DA2-80353D9C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7/17–21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111532-0B49-4A1B-8774-0E84994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and Cache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904AD11-E914-4AF9-92C6-74A55A4A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Corrected penetration and self-collision behavior; produced the ball-specific 50k reset cache.</a:t>
            </a:r>
          </a:p>
        </p:txBody>
      </p:sp>
      <p:sp>
        <p:nvSpPr>
          <p:cNvPr id="17" name="橢圓 16">
            <a:extLst xmlns:a="http://schemas.openxmlformats.org/drawingml/2006/main">
              <a:ext uri="{FF2B5EF4-FFF2-40B4-BE49-F238E27FC236}">
                <a16:creationId xmlns:a16="http://schemas.microsoft.com/office/drawing/2014/main" id="{29AF4B9E-97A5-4047-97D3-171B256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A6D66D9-605D-4BD0-BF33-E8461169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7/21–23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E0220B4-A87E-4BAC-A86F-04CEA78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Spin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5E1B786-8B3F-4A49-8E70-0975D56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Created sustained, retention, gaiting, and direct-rotation diagnostic branches.</a:t>
            </a:r>
          </a:p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808BAD8C-FEE9-444C-88D2-73E19F7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9796C9F-47EE-4637-9AFC-CB730A6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7/25–28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56A2D33-15D2-4EC1-80D9-3AA199D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Simplification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491A4F9-CB51-4CD7-B85B-6E0EAFBE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Removed ineffective shaping and converged on the V3-A / V3-B cache-gaiting direction.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25CC6AC-8588-48CC-9A2C-707AEAF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Experimental policy: integration smoke test → short diagnostic run → long training only after the direction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4853593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99C0103-CAD9-4D6C-B6E6-E9130DF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760B6A-CAC8-4FFD-93FC-3E6ACB8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Both Backends Train; Rendering Reliability Differs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1C4512E-C116-40B2-9928-F045614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1527B37-81EB-4F34-8A57-555CC81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BCB8A3-A88D-4093-9777-BEBEF302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MuJoCo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21BB695-AD0F-470F-8F96-DED500F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PPO smoke and formal training run successfully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Native viewer supports checkpoint inspection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Strong XML, contact, and penetration diagnostics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Primary backend for current research decisions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1BF9379-22CC-45C5-8776-D44AF42E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A6C91E0-5F92-414C-B58B-2D18472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Motrix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BC89D11-8C3E-43E3-B336-BA56B897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Training and interactive playback run successfully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Intel Arc recording triggered wgpu out-of-memory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Vulkan and DX12 both closed the render channel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Retained for backend-contract and performance checks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B2E994-9AD1-404D-A1BB-B009C603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Decision: use the native 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MuJoCo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viewer for behavioral evidence; do not treat 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Motrix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recording failures as training or physics failures.</a:t>
            </a:r>
          </a:p>
        </p:txBody>
      </p:sp>
    </p:spTree>
    <p:extLst>
      <p:ext uri="{BB962C8B-B14F-4D97-AF65-F5344CB8AC3E}">
        <p14:creationId xmlns:p14="http://schemas.microsoft.com/office/powerpoint/2010/main" val="87100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8501CDC-3E0B-4171-B4AF-9FAE0CDE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DE98E47-46FF-4808-A2E8-C4EB96E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the Verified 50k Ball Cache Is Generated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0374AC1-DBBB-4AC3-A7F1-00D1FA3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矩形: 圓角 3">
            <a:extLst xmlns:a="http://schemas.openxmlformats.org/drawingml/2006/main">
              <a:ext uri="{FF2B5EF4-FFF2-40B4-BE49-F238E27FC236}">
                <a16:creationId xmlns:a16="http://schemas.microsoft.com/office/drawing/2014/main" id="{FC60B153-D6D7-4A38-992F-5B56FF5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18EB54-E636-4493-B2D9-ECFE682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48E15D7-84D0-441A-A79B-AC707561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Canonical seed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06071D-7C27-4318-9DD3-E8990D7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716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the selected 23-value LEAP ball canonical seed. It survives the full 2.5 s diagnostic with index, ring, and thumb contact and &lt;1 mm penetration.</a:t>
            </a:r>
          </a:p>
        </p:txBody>
      </p:sp>
      <p:sp>
        <p:nvSpPr>
          <p:cNvPr id="8" name="矩形: 圓角 7">
            <a:extLst xmlns:a="http://schemas.openxmlformats.org/drawingml/2006/main">
              <a:ext uri="{FF2B5EF4-FFF2-40B4-BE49-F238E27FC236}">
                <a16:creationId xmlns:a16="http://schemas.microsoft.com/office/drawing/2014/main" id="{BBEDCEB6-F106-483F-96F3-3BE2BE3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77591AD-5EE8-4DDA-A320-C57FC71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E2BAC90-3AFD-4D3F-9B7B-B4871889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Parallel proposals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0829974-D8C7-4D17-973E-7B81A7D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Run 1,024 MuJoCo environments. Sample all 16 hand joints within ±0.10 rad, clip to LEAP limits, keep ball-position noise at zero, and disable frontier refinement.</a:t>
            </a:r>
          </a:p>
        </p:txBody>
      </p:sp>
      <p:sp>
        <p:nvSpPr>
          <p:cNvPr id="12" name="矩形: 圓角 11">
            <a:extLst xmlns:a="http://schemas.openxmlformats.org/drawingml/2006/main">
              <a:ext uri="{FF2B5EF4-FFF2-40B4-BE49-F238E27FC236}">
                <a16:creationId xmlns:a16="http://schemas.microsoft.com/office/drawing/2014/main" id="{5355D1A6-EFEE-435E-B583-2F7EC761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B91B50-27A4-4994-955B-10AC5070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95F8823-75EF-4461-AB23-4936B850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settling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F9D673B-9F4F-4D6B-8397-8CBB581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Ignore policy output and hold every sampled joint target with PD control for 2.5 s. Production quality gates become active after a 0.5 s warm-up.</a:t>
            </a:r>
          </a:p>
        </p:txBody>
      </p:sp>
      <p:sp>
        <p:nvSpPr>
          <p:cNvPr id="16" name="矩形: 圓角 15">
            <a:extLst xmlns:a="http://schemas.openxmlformats.org/drawingml/2006/main">
              <a:ext uri="{FF2B5EF4-FFF2-40B4-BE49-F238E27FC236}">
                <a16:creationId xmlns:a16="http://schemas.microsoft.com/office/drawing/2014/main" id="{3BA44921-7177-4BF2-AC0D-5D66A56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F79F335-D745-4E2A-857C-9A2929D9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271816-2A73-4121-A37E-CFF28A8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Recheck and publish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64D35EF-86F1-4E2D-9500-3D1D7723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Serialize survivors to float32, reconstruct and recheck them in MuJoCo, deduplicate reset identity at 1 mrad hand / 0.5 mm ball, ignore sphere quaternion, and atomically save exactly 50,000 rows.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D5159001-8272-4067-8F34-FBF2C82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3333750" cy="4191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23B2B1-C1F1-4EA8-94C5-3346AC94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Production acceptance gates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6BFE73D-A92A-4CDE-810B-A0F4153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800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Settling gates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finite, joint limits, and reset height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anchor drift ≤ 5 mm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 tip body origins ≤ 100 mm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≥ 2 contacts, including thumb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ball ≤ 0.05 m/s and 0.5 rad/s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joints ≤ 0.5 rad/s; |work| ≤ 0.25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Serialized-row gates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contact + thumb repeated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every tip surface gap ≤ 9.95 mm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self/object penetration ≤ 1 mm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FA292BA-AF78-4D27-B139-D81800A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Published: 50,000 × 23 float32 rows; 50,000/50,000 passed the final static and uniqueness audit.</a:t>
            </a:r>
          </a:p>
        </p:txBody>
      </p:sp>
    </p:spTree>
    <p:extLst>
      <p:ext uri="{BB962C8B-B14F-4D97-AF65-F5344CB8AC3E}">
        <p14:creationId xmlns:p14="http://schemas.microsoft.com/office/powerpoint/2010/main" val="2012545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0A0E8D-3273-4A91-910C-33CF05C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5C0403B-81FF-4336-AB38-621102F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the Cache-Rotation Task Branched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D0E1755-1545-4964-B518-4031E262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4" name="圖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2ec0c08424de1"/>
          <a:stretch xmlns:a="http://schemas.openxmlformats.org/drawingml/2006/main"/>
        </p:blipFill>
        <p:spPr>
          <a:xfrm xmlns:a="http://schemas.openxmlformats.org/drawingml/2006/main">
            <a:off x="0" y="1494184"/>
            <a:ext cx="8447448" cy="4754216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AACAFD4-CDE6-410F-9E51-73E533E8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How to read the map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8333693-A9BB-42F1-B271-FD849AF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7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Sustained Cache is the common multi-grasp rotation problem.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Finger Gaiting tests whether the first spin stalls because the hand cannot change contacts.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V3-A removes complex shaping and returns to an Allegro-style rotation objective.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 Direct Rotation is supporting evidence: positive rotation can be acquired without a handoff objective.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 Cache Gaiting V3-B recombines the simplified rotation base with constrained handoff.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4C2395B-3A75-48B1-87A2-340B6E5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77F294-7BC5-449C-885D-975663AD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76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branches are controlled diagnostic experiments, not a linear sequence of task replacements.</a:t>
            </a:r>
          </a:p>
        </p:txBody>
      </p:sp>
    </p:spTree>
    <p:extLst>
      <p:ext uri="{BB962C8B-B14F-4D97-AF65-F5344CB8AC3E}">
        <p14:creationId xmlns:p14="http://schemas.microsoft.com/office/powerpoint/2010/main" val="532150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526DBD3-9C39-4E2E-9806-EFBC73DA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04A74-FB9B-49CD-9D0F-4B0DDF5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S1–S6: Anchor Helped, but Rotation Still Stalled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09F25-5CD9-448C-A6E4-1A18916F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25828-80BA-448A-BA03-C0161597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Last 10% iteration mean · axis speed is 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1FA2C-A27D-4359-98E0-3136A43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D236D-FA8E-4864-AABD-25A17E3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4DA64-54D6-416A-ABBC-7379DEA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525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B5925-4222-4C94-BAE7-3BAEAC0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Effective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D7FD1-EB23-42BE-BDB7-EF5FAE9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0E339-ADEF-4C2E-89A4-A42163B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525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Reward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C08D7-818C-4072-AFB0-CA6E3F46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52550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46390-7F3D-4A8C-9857-2C6F9930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(mm)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413B9-6785-4BEF-9C97-2A82B51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525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6547D-7E52-4FFD-8B8A-D44BD404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52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5D4A3-3C1F-44D9-8591-3C22BEE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352550"/>
            <a:ext cx="89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A722A-AFEA-4998-AFA1-C00FE350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525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085AD-E07A-42FD-B86D-170D892C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81335-4331-4047-AEA4-E6ADB83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525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Axis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E754F-4AFF-4AE9-8A87-9444A38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52550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82DEC-73DE-41C4-A5AA-E033B86C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525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≥2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EB14B-C0F5-4D81-B751-DFB4ED2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525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DA29C-C591-4FB0-8B28-5555BC56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525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(s)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21C1A-EE27-4C10-9A45-6CB02E28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A9F44-EA94-4DA5-B7DB-C3F4B4B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4F241-7AC0-4DDD-B49E-8134AD97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9AC7B-1B3D-44E8-ACCB-B1CE92E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2A0B5-203E-4D5A-B4D2-3C91F3D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07-21 18-22-39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A04224-3AA8-4970-914D-529DCF2E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C3C5C-766F-4CAB-AA4B-3B47542E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2402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Baseline curriculum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E230A-10E5-4AF6-8D48-CACE5296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33AFF-66B4-4309-95DD-CEA0D9F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21.83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4A746-5B0A-467B-8F2C-06A8BB3D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D8B40-AB5D-4709-BFCE-A80FB7AD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24025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B7A329-57FA-4AC0-A414-A1B9319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95450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65BD31-D841-4DA1-B2B3-C0326597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16.08%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AA552E-A14E-4B30-90EB-B845C65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DDA805-0C93-4B39-B188-FE00A453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24025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.0128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8540BF-AEFE-41D2-B12F-2EAA31F3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118CD9-F988-4078-8C02-6B978432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24025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.59%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E9EE91-F77A-429A-96FD-F178E5C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95450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4D6A6B-547B-407F-8399-4AEC3F0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240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12.06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CFF065-8CFF-4115-898C-9790D14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DC6B2C-33D0-40BF-919E-E6313BA7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8EA562-5129-4858-BFBD-AFECBBF0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3F71C7-5271-45FD-BA32-A528C24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23771-3B31-4D45-A089-17A56E28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07-21 22-58-39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D466ED-DFEE-45DB-9BB2-0B93BFF0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8B3EE7-DA9B-470B-82D3-B411BB6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anchor proximity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31A5DD-CA1D-4577-A566-EB90422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43125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AB50F7-2C78-4060-B20B-30E09B5D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19.87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F37622-127F-43E8-A7F0-B32B0A4F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E19072-F05E-4588-90EC-F9E086D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265059-C740-4ACD-9598-804A8C37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8DEBC7-B0FF-4617-A658-6E7D55F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17.69%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12736B-3595-4C51-85CA-F3736AF6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0168E8-8545-40C4-AB99-11F824E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.0137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5EB347-01A8-4EA3-A45A-9E93195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1AB64B-154B-423F-87CD-BFAEBD3A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065E02-A087-44BA-8064-5B56F7D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2FF745-AF53-435D-91EA-8CD9D85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7170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12.14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CAC449-1CA9-453C-8E94-0EE221A8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984A1C-BF32-4DDD-8379-EDFD52D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B88CE9-A456-4108-927C-45789328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AD7E34-E846-4A40-9451-429A4F82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896238-6154-4F53-AEB8-6CB4932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07-22 02-38-07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08E301-D4DC-4097-B595-B6E552B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2B7E7A-16A0-4D2C-8EC8-B1818DBE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1937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level spin floor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12A044-87E1-48F0-BD9E-6D6482A9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90800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EE72F2-5699-4F3F-8F7B-44510FE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15.76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CEF541-EC3F-4839-B627-1A5706F5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61E22E-F8F4-4210-A941-733714B3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19375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3.36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0369AE-01A1-4736-BD82-404ABF6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90800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96A93E-F908-4FC4-8C76-FA37CE07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10.56%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97C78A-73F8-456D-816E-80F8007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0D620E-8394-4251-8153-7DE0C39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.0174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12D297-B338-4B9E-A173-BB3A8431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90800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88E189F-7789-4B98-BA63-FE1FD0A3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19375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.15%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AB70FA9-E495-4816-89D9-03091FC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90800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EC5751-891B-4926-81EC-774DB10F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7.87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64AACE-2915-423A-870C-03CA4E9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D4E38B-FF2E-4326-B74A-1BFCD63F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6E8EAF-4D56-4A64-98CF-80828856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5C06E3-89C0-4883-BAB5-3458A7C8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38475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EEDA7EB-B18C-46F4-9D5D-55C321FE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07-22 23-04-12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A04F41-7D35-497A-A338-9B5E0E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3847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BEDBA9-5ED4-477B-8B32-B04DFF7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6705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spin; anchor off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A32395-2E81-411F-A515-B82EB98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38475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3520A87-A161-4F69-8BD7-799CBFC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18.04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0130BA-9210-4D69-966D-BD15AC5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3847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FBEC5F-0B73-4DCF-BF17-175089F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2.23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EFA5F6-86A0-4AC1-9962-1604277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38475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B959FF6-91E4-447C-910F-7B90399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13.01%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03F280A-D9BA-472E-AA5B-2B3B219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C94487F-2154-4DA1-BE47-EA49D2A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.0161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AE8015-3C37-4100-A408-4163F4B6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9651D5A-6B24-4140-A5DE-D1D22BAA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F1439ED-5CFB-4D4B-A909-01E1D037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38475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8F83E9-0ABD-4F34-B605-D971D22D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6705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10.81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07F28E-89A5-48D7-9061-7A47FFA5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E1F6ED-BD01-4BD3-ABB3-1158CE01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D1B198-A2EB-4499-AD15-660723E2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30676A-290E-44C9-80A3-C1591B3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A1E982-9914-4A2C-833F-BE991FEB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14725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00-19-50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0E7E377-E388-4F80-A36F-CD35E9EE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655874E-5625-490E-8E08-C0B35BA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1472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Fixed 0.30 rad/s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97607B-9482-45FB-A816-70593F1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153F94-9AA0-434A-AA8A-1096C2C7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14725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14.49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6B04043-7646-4611-93DE-F2BAEEA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861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FBE2C3A-43D2-47BA-A755-C69E656B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14725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2.57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C2BEC9-FF5D-416A-B6CF-F6551EFE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A8160A8-D0BA-43B3-8932-6C9792D0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14725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.07%*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79779AC-566D-4FBD-A4A5-B4CCEB66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2B38843-8512-4F90-9F7E-DDE2221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14725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.0255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A640F51-657D-4C45-ACB9-FFAD098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789BAA-BADE-4A5C-B0BA-A2B2EDC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747E1E9-8DEE-4C2F-BC4C-CB0D197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86150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49D5A9-050D-47F7-A009-68FB3584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147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9.88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7CE442C-9E2D-4CC7-9DB8-8A666F0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338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60081C7-9BF4-4316-BED4-79513443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566F99C-640B-43F3-9707-D2E3B5F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05B2565-90F0-4F4C-8525-D45542C7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95AAB8E-7909-49C4-8F66-54F9C43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02-40-23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E90A988-43C3-49FF-ACCC-E41EFB87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3382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D63A608-2EAA-4956-8E5A-66CFAF90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6240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continuity penalty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9329D31-9520-4C63-AD97-CA4BF6F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33825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CC6CC79-37EE-4678-9E6B-0B1BCEA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10.06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1467191-AD37-4AB2-8958-E27B5EA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338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617438-7C63-4181-8097-05523425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2.71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B3D881B-A5BB-40A0-9808-E9DD8DB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33825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F9112E3-E8ED-4F50-924F-AE55B7C1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6240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.23%*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693F05B-A06E-4524-BB18-F60B83A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33825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5193543-374F-4B46-A78A-F57E733C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.0103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AB57EFA-349A-4E4B-8F44-D8974C8A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33825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6E80ED-9D3C-4DF0-A9E6-826D41C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62400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A39E44B-7A16-4D3C-9EFC-E4277FD6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33825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9C2AA3C-ABC9-4294-8C2A-9A3A9A1C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6240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8.51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6BCEBD5-2C6A-4CD9-8D29-B574DCF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352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CA65216-6443-48AD-963B-ED11B86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Anchor was the clean win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11B8252-1BB9-4D7C-8BD2-838F313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009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S1→S2: error −9%, fingertip contacts +38%, and ≥2 s success rose 3.6× with unchanged survival.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CEC21FB-CC61-4F2E-8F99-3407C214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533900"/>
            <a:ext cx="3352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18385DE-DA3F-4A18-A901-4D03D64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48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Closer did not mean sustained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B1A6EA3-023D-4C09-B06E-B062626E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53000"/>
            <a:ext cx="3009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S3 and S6 pulled the ball closer, but ≥2 s success collapsed and axis speed remained far below the 0.30 rad/s target.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25DC22A-02B1-418B-8DF3-1FF7B7A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33900"/>
            <a:ext cx="3371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04BB802-7BCB-4E99-81EB-B91F429C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No long-duration solution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4CC61DE-37D1-48E9-BDFE-1935849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028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S1–S6 run achieved sustained ≥5 s. *S5–S6 changed stage semantics, so stage-valid is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369049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8AAD3B0-E3C8-4EF1-B393-52BD6230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5A89D-B9CA-46CC-B220-EC94E9F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S7–S13: Fast Bursts Gave Way to Stable Holding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20E6A-A7A1-41A6-9EBD-79003845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EFD57-8BBB-410B-979D-8324DFA2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Last 10% iteration mean · axis speed is raw, not EMA · sustained-duration metrics were not logged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E5049-1BBB-412F-BAA9-22ED9D1B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CFD07-5DEE-4B60-9934-C333B4DD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9211-5D64-486B-B110-716B2BF9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525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3FD75-D9CF-4408-BF8C-838E9FAF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Effective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9CBDC-96A1-467B-BF97-72A31EA6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445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A1451-CFC9-44B7-84D7-01ABFE8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525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Reward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F62E6-427B-4658-AE91-2C26859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525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7393B-EB17-48B6-B877-208B715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5255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(mm)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0E8C5-E8AE-435E-A41F-B2D0612F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5255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B4007-9211-4B13-BA7D-C274D4C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525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7EC43-80A8-4626-9C29-29102136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525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C49FB-8585-48F5-B440-9F46BB8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525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axis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(rad/s)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0997F-6ECA-4293-95C4-4AF7EE3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525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C4F4F-7FC3-4E42-AE8F-50FA2255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3525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2356F-50E9-41CF-BE9E-48FD5EA3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5D136-B9F2-4F9E-83BA-C5D725A8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B4B90-68BC-4BCC-901D-C1BB9A6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8D3F9-19DC-4752-93B0-8F0F22D2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B81EC-D36E-4169-9874-EF66C33F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03-57-44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067A7-6C24-45FE-887B-1A8B00D8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70202-52D3-4C2D-946A-CB8D76C2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240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Minimal Allegro-style rotate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9A72DD-976D-422F-B898-4877CADD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06024-D43B-4B84-845C-8A5BB19B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240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98E53-0EBB-486E-BE96-5DF0FD54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BADC3-0465-4EB9-888D-5EE1AA5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5E1B0-C310-4AC6-9CC0-6274C29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95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C75A5-0429-4D98-8761-0E4C576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240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.361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71C3D5-52EB-4954-B721-2F057BF3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95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12F3B-98DD-4061-ADA1-B66E17BC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240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6.79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A0AFF2-BAA9-4016-8184-A762FBFE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9C784-E96A-456B-839B-16E2584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B7EA6A-C29C-45A8-BADB-6D877F6B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D4D6C-189E-471A-97A4-6CC61D7F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FE5FC-1CC6-412E-A376-FE18E2B3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15-34-09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5BF40C-BE16-4897-B301-FA1CE88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8E1518-06DE-408F-9E0A-1F06D1B4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240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object linear velocity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212A6A-D1DB-4605-BB1A-F8E88D6E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79BC9F-375C-4465-ADF3-64DD7DB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84E71B-1EC5-42BF-9DA6-193F5A1A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D9C020-FCE7-48A6-B7C7-77F0DC48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240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A0CC14-9B16-4503-8BD6-0F25CD0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D5FAD1-74A3-4C46-8C94-BA1658F2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240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.394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A34A63-E5F5-4930-BF08-D895B71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5F1995-FD2D-4D23-B556-9EC417D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2407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39136D-B35B-4592-BCCA-D92011E8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580A53-C0FB-4DA9-9CE4-6329C941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7A2C68-2E2D-4C83-8254-ABF27D1C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5160BD-6A71-418A-B09E-94025F6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2A7CC2-4B08-46D5-964B-E2B8E76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20-18-51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90B876-C109-4633-B9FA-26D0370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C44AAD-CA88-49BC-9951-5DCEC429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241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position error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C3D8AC-3758-41F6-A141-B9DF0B34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6F104F-50E1-4890-A652-E8306578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241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15.52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D37E16-8650-4403-B0B2-BE0A4562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956A94-BCDC-463B-BE86-06B737C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1.59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D1138A-1F71-4D1B-8BA4-52B52B1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EAD733-13A2-4355-B154-561C5A07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241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.484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D9B75B-D963-4F49-909B-C49E5EEE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95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2F3FE1-D779-4B9B-9E0E-9004076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241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5.62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9F797B-7E40-4E9B-B557-D45A2C19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8C83E3-F5EE-4803-9473-18EB99A2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50821C-E467-40F5-9447-A163EAE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CA01B7-230A-47F4-967C-A59B508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2D9DF1-8FEF-4C99-9273-8EEDBB74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21-54-51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CB8B52-3AB4-4E56-900A-5A973D7E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EEB0AD-BB2C-4460-B37E-C597526F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241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contact-weighted rotation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1EF271-4D06-4CFA-9F84-BE86438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CC6BE1-9B80-4F45-B455-8A9D4D6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24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17.03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68BAE7-F1E7-4051-A6C6-4B09D40D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95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694CEC-72B4-4292-8938-48BA2A5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241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2.86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15052F-7928-41EA-B904-D8F8F77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956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829E55-0EB5-42F7-B9B1-6700ADB1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241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.384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3AAD00-9A72-4F91-B901-8FBA29DB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956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65A14B-828C-4E5C-A993-EE77E88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2417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3.24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E3CBE8-1020-468D-9B99-F7A350DD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856603-094C-44CA-933E-0329989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F0DDC23-E24F-4D40-B015-160C5438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EB13CD-DB9F-4D20-95C9-C129D7C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27690F-97A2-4536-90ED-C0F268C1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07-25 03-50-30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5AD239-54AA-4ED4-8FCC-5108480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F26C96-2396-4397-9B26-0A3AFE19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242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support pose / opposition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58C202-7DD2-4489-93BB-0D9D0EB8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60A84B3-E74D-4626-9C50-F25152FB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242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22.68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24659F-BC65-40E1-B909-6DF3FB9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DFE1529-8249-48DA-9912-32A21F9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242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1.39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425927-1838-4C2D-BFE8-55BACE1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399339A-D66E-4694-9BC1-5053104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242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.471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CD592E9-51C6-4889-938F-03A7BA84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956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69FAFB2-A866-40B5-813A-3FCBFA4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242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7.00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01EB63-A38C-4BF9-887F-0198080B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86A6CB-A838-4052-B631-E401079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5D0F74-F683-49A3-9A03-054120CC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4AD773-97CD-4A90-8348-CAC8AB62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9E9D1E-855C-4B82-9D9E-92789338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242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07-26 23-27-56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EF7EF2-B8D7-4E27-B773-FE95330D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A709BA-6E51-461C-8328-5468FA94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242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V3-A: retention-first gate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427B13-CD5E-424E-9206-C612551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FBF472-4B1D-483C-82C2-13B4B361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6.70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CC497B-DD6D-468F-B40E-873674A4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957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808442F-1313-43FD-BCAE-3C5A5AAC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242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2.75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83D888B-C83D-46A4-8818-0B7BA82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A8C79D5-8499-4C5C-86A3-6056C2CC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242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.030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E09C9FB-F5B2-413A-8F6A-F162447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57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80166BA-2DEC-4876-8958-361CBC8C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2427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24.56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5DE6B4-9389-4338-A554-32FC0FA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F948BF-D592-43C4-91A8-AA6CA59A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92E087-34C8-4778-A77F-D243A0C8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17C8442-DAEC-4280-8A2F-F07A42CF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CDA1654-7C93-4D14-B1D4-612F985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07-27 00-36-25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A5AFC98-8AA5-41B6-8574-A20881D3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6A7563B-C5CD-4E67-B273-25BF1968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243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gated stall penalty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3A05202-8256-4942-A7AA-DDE4DA8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A6D6584-AA16-4AC2-98C4-5BE1CC97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243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6.50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DD2E732-0869-4C74-A10C-EC3C1936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71A07DD-9562-42FD-BAC6-77473BAF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243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1.97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9299B3-4D38-4461-AB40-5A75533A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1FEBB1F-08DE-4BDA-B773-5340782C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243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.057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8D8602F-8031-4B8C-971F-93C39B8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83096BD-AD0B-46C5-BF57-99263B3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243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24.67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243ADA-0991-4752-978B-61066E0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3352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BA0E0B-6D9B-4C7A-801E-4A37E5B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Contact gating backfired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D537656-3783-4DBF-A2F5-A3E54A9B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S9→S10 increased contacts 1.59→2.86, but reduced speed and survival. More contact was not better contact sequencing.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665001-2C35-4900-BB6F-AC75E49E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67250"/>
            <a:ext cx="3352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ACE0190-45DE-457A-BD9C-B5491CE0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V3-A solved retention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2CFCB73-108B-4B31-986A-A139DA38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086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S11→S12 cut error 22.68→6.70 mm and raised survival 7.00→24.56 s, while raw spin collapsed 0.471→0.030.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B839BBF-9374-4C3C-9070-7C289D2A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33718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5ECD37-6AFA-4269-95CD-4C34DE8F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Stall pressure recovered speed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8CD1A0D-8D41-409E-8676-AAC454E9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863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S12→S13 nearly doubled raw axis speed without harming retention or survival, but duration evidence was still missing.</a:t>
            </a:r>
          </a:p>
        </p:txBody>
      </p:sp>
    </p:spTree>
    <p:extLst>
      <p:ext uri="{BB962C8B-B14F-4D97-AF65-F5344CB8AC3E}">
        <p14:creationId xmlns:p14="http://schemas.microsoft.com/office/powerpoint/2010/main" val="1304165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5F3AE50-DE2B-4276-AEE8-62AC715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EA995-23F3-4051-9725-A3AE6EBA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Four Valid Experiments Trace the Finger-Gaiting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523B3-23C6-4BE7-B9C3-0B9656A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4AECF-D547-4C74-9701-48BF4E48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Final 10% iteration mean · five run directories form four experiments · ten 1-iteration smoke runs excluded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E66B5-E7C6-4DF4-8FBA-0504B94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FD209-2F46-4840-BFA4-A4AFE91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6207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E3117-2F06-4FCB-A0E0-95916D01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620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EC417-991D-41C6-ADA2-6FB66E85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36207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Effective RunId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80245-33B9-4A76-A717-14D67A34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36207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B21B-7CE2-4FA6-9F3B-07E266B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620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Intervention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F40C5-E7F1-464F-9BD4-99206BF9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6207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5BC1-5685-458D-B1B1-D55F706C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362075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Axis 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AF39F-F8BC-49BE-98F6-0DD93F9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6207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F440B-42A0-480A-A055-47DE710E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620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(mm)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A15B9-F652-4DC0-B8B8-22E7B9C5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62075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281AC-485A-48E6-9755-0B3CD482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362075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E6F38-8ABC-4A21-9AEC-AA04061E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6207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9A620-87BB-4FE4-A3C8-1E0B503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62075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D4CF0-A0FC-4F71-AAA3-8DB72D4C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62075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74621-C139-42F2-B7B9-7D1FCAD6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6207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203F6-7D73-4D30-8644-846916D4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666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E4922-71B7-4C8E-B70A-9D52FBEA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28800"/>
            <a:ext cx="5334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64203-F1A8-4359-8AAD-8381A81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2880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FG1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84401-77F9-4E33-92CF-2CEAB861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2000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F4EDC-DF7B-45B8-AC3D-749FD44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771650"/>
            <a:ext cx="1866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12-19-14 → 12-36-43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E2C748-8C48-4C73-B0A0-5F51DF0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240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AF089-FA03-48DA-979C-F6698B2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71650"/>
            <a:ext cx="2247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100-observation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AACBD-2C8F-4965-AA03-E3F9F859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24025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CFA50-873F-4F00-9508-256F21A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771650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+.00557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08B4F-3EF8-452C-A23B-C1866B81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24025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714CF0-DE94-4357-B173-99B9F8B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71650"/>
            <a:ext cx="68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11.27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A2191-AC13-44A3-A1C3-2C9DBFB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10287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D1E10D-A09C-419B-BDAF-3A25954D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71650"/>
            <a:ext cx="895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.0081%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21F98-FAA1-43DD-AE7A-3FAF9FB0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D95AA-ADB2-4B48-ABA0-1A866AFD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16.24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432501-A228-4AE6-A1E0-91F455E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24025"/>
            <a:ext cx="2209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B4125F-BDDE-4128-ACFA-0D079F26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71650"/>
            <a:ext cx="2076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 hold; no 2 s spin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513B7E-9687-4CAA-B820-5FE6BD53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666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B417EA-3222-4615-AAE3-28D660F5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66975"/>
            <a:ext cx="5334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4E739D-DBF6-4F63-85D2-114AFF1F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6697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FG2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7FFDF4-89FB-4EE0-B624-9D729917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2000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CAC246-2847-4191-91F9-01CEDF48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09825"/>
            <a:ext cx="1866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12-59-49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004C00-1D27-4424-A723-1E200058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622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5CBA03-46E0-4673-9C12-BCE24354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09825"/>
            <a:ext cx="2247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Markov handoff state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A96BE5-9B6E-4689-A579-258D809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62200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5D8713-8653-47D3-88FA-769B180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0982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+.00421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6CDCB4-DE80-49C8-8CDC-DBAB97D9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FA0B32-D9BF-40A4-B8D6-D8E7B83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68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16.76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D04D52-1F34-4F23-8C39-59140397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0287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570600-176A-4737-B686-AF0ED7DB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09825"/>
            <a:ext cx="895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.0057%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4E9486-4C17-4255-87B3-760179D6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E3D4C6-FE25-4E03-8910-475407A8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982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12.38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37795E-F73E-4C96-A4FE-5A7298F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2209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68F636-B916-429F-8E01-0C6C6ED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09825"/>
            <a:ext cx="2076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Observation alone did not help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9D9EF7-1AF5-4EB5-AC54-ECDBC887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666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2046CE-62A5-4011-86B9-1F7203D8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05150"/>
            <a:ext cx="5334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A47131-ABF2-4C1E-9C57-A9C00FC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051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FG3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28FF81-4557-4761-A0CC-86BB349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2000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B50A38-8483-40BE-A684-B13C2270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048000"/>
            <a:ext cx="1866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14-58-36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64869A-442A-4B03-866E-0BA72AA6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003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D4067E-5FCF-47BC-A648-3F95A191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048000"/>
            <a:ext cx="2247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stationary handoff stage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E44C48-600C-480F-BD0A-84E929A7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0375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05403C-04A0-42EE-B62C-43FD5B86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48000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+.00864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5B0C62-B7C1-449C-A0A4-5D2FED1D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EEA088-B632-405A-B886-63FB6579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48000"/>
            <a:ext cx="68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7.49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00F6DC-26E5-4C69-91DC-A9170EC5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0287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E867C5-777E-4F63-86F0-05FD8D47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48000"/>
            <a:ext cx="895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.1290%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D910E0-A050-4996-8545-B9A8A4F3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0375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ECD9DB-3B01-4A12-9155-13FD3F8A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13.69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F2646F0-35C0-4AAB-A50A-3590884F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2209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3DD369-E0D2-4382-B8E2-1DE8473E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2076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Handoffs rose; duration invalid*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BCB4BF-1F04-4015-92C9-C4FBB9AA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666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FF7957-4A50-47A3-B6A8-95F4FBF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43325"/>
            <a:ext cx="5334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C0B3D6-EB35-45DD-A824-F30952D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433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FG4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E88A9C-5D19-40AA-A961-A842C1A4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2000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4BE4D4-E312-47F5-9AF1-14893E77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86175"/>
            <a:ext cx="1866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15-47-22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84620F-7398-4C6F-990D-80FAB235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F48E6A3-58FF-4161-9656-1445F67D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86175"/>
            <a:ext cx="2247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Same reward; corrected diagnostics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A7ED851-6445-4CF8-86F6-9FC4A605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38550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ACC0BE-ABBA-4658-9A79-5D14467F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68617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−.00751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72F4C00-6F9E-4C3B-8CA1-3B76D3F1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819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E0B2D3A-BADD-4DAE-BC5E-BC4DCD39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86175"/>
            <a:ext cx="68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10.59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627A3E-DBC0-4E97-942B-0FA63679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10287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8100BDF-37F6-42BD-ABBB-9B2DD79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86175"/>
            <a:ext cx="895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.0806%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CFF709-644E-4728-A994-C5C38EA3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857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D27235-A988-4D3F-9175-E1BC66B6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21.30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3CA6D7-CB86-4A83-845E-5B2DAC95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209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8573765-DF0F-4020-8CCA-69F26EFE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86175"/>
            <a:ext cx="2076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Corrected 2/5/10 s = 0%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B5C07E-26F6-4E2A-AB1C-B383ABA2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352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569509-5116-40D9-AD2F-17878AC4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FG1 → FG2: no reward change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482015B-8581-436D-B4B6-485AAE9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79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Making the handoff state observable reduced speed, retention, handoffs, and survival. Sparse eligibility remained the limiting factor.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93771B-BD93-4D36-96F1-7A627CC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76750"/>
            <a:ext cx="3352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5A3E4BE-1DA3-4BC0-BFEB-422ACCF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910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FG2 → FG3: handoff unlocked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A36A25B-EF15-4F3B-9F53-0D16F00A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zero-speed stage raised qualified handoffs 22.6× and total handoffs 89×; 42.6% reached the first rotation stage.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F5FE72C-9081-43AF-8B2B-8757F1C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76750"/>
            <a:ext cx="33718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2562FD3-3AEE-4F8B-BF7A-64D68BFF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910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FG4: rotation still absent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8A777C-BB5A-4FCE-9E10-37ED93FF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2442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2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Correct telemetry shows long survival but negative axis EMA and zero sustained 2/5/10 s success. *FG3 duration values were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217410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21685F-617D-4744-B077-1E9CFD5E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4682E-E425-4A20-AFCB-96A2647E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Reward Favors Retention Before Rotating Handoffs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7A22C-07EC-4B25-9E52-EE6C53D0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60DBB-961B-4751-A9BE-03AA8655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FG4 final 10% mean · approximate per-step contribution after ctrl_dt = 0.05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59E25-FFAA-44D5-A6F9-56225B8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Reward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CAD24-F6A7-4668-8036-B4F2175D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7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First rotation stage: gate pass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479A5-4C97-463F-AE64-E0BD92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D2263-DE66-47A8-8B65-888E540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proximity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7D7B7-3C6E-4DB7-B48B-CA01BB41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+0.00470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CAA13-B683-47FC-93A7-D3C8F2E4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43B07-8F5F-432A-9E6E-3131D4B8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8B8A8-931B-44A3-AA61-2ED6698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+0.00174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8FC7B-EAEB-49E3-8661-AF7DAF19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16C16-D422-4F50-A782-4AEBD9F2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C4E67-771D-4B93-991F-4EDC3BEF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+0.00056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4D9B4-15A5-4AE4-8006-A5B7F5C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61095-C223-41E7-A0ED-E87DB523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 stability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5A380-059B-4E9E-B2FF-88B0B52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+0.00016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5CD5B-5E78-4793-A15B-7BFC66F1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35493-A842-4472-9052-7F33C221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handoff event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788D7-A6E4-4504-A111-0A3B5E83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+0.00008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4971A-5319-4352-87D4-34616DF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B0AF2-9456-49E9-801D-A4402A4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release progress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1B273-274A-4621-9753-28E3971C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+0.00003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3807C-FF6F-4B0C-8723-9EF1416D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F30CCF-80A8-4C20-B766-27899551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spin progress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417EF-88A0-496C-8CF9-007498B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−0.00123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69838-14F6-4491-A095-659F4434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879BA-8DF5-4A17-AC8F-8ABC3322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failure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296B2D-9DA8-4118-9D46-E8D04F4A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99.73%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28A6B-FA7E-47C6-9248-EE5BCB3D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DA7EE-36FF-462B-A53C-5C98A45C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orthogonal speed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4BB9B4-0EF3-42FB-B813-5877266D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93.82%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CC8D27-BD5A-44CD-93CE-BB4DB49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85163-A523-4AE2-BDF4-0722AC82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C461D9-D926-4E50-A964-F6A93AF1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85.97%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6BEBF0-1A10-4B4F-97A8-0AC7615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C9A16F-F907-43B3-885E-5AE2A8E0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9681F-28C8-4F96-A531-189B91C0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77.76%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A3C093-8E52-4C4E-AA05-EC0423CB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1CA02-5C67-4A0C-AFFE-A28FAE4B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positive-speed gate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C2B3B9-DFDB-484B-8FAD-28AE54D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1.92%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1E04D6-72E5-4661-8D24-B98E8D68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FB6C6D-3E98-4827-A868-E12452B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19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handoff completion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B99ECE-3992-4F3C-B645-5029884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19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0.88%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6D53D7-5F55-4C56-A85D-3C5D5E2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D0D5E-C5F4-4A96-9C3A-FC799514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00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stage-valid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00EFD1-9007-4FE9-B0A6-71CF1E95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0.57%</a:t>
            </a:r>
          </a:p>
        </p:txBody>
      </p:sp>
      <p:cxnSp>
        <p:nvCxnSpPr>
          <p:cNvPr id="112" name=""/>
          <p:cNvCxnSpPr/>
          <p:nvPr/>
        </p:nvCxnSpPr>
        <p:spPr>
          <a:xfrm xmlns:a="http://schemas.openxmlformats.org/drawingml/2006/main">
            <a:off x="2381250" y="5267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cxnSp>
        <p:nvCxnSpPr>
          <p:cNvPr id="113" name=""/>
          <p:cNvCxnSpPr/>
          <p:nvPr/>
        </p:nvCxnSpPr>
        <p:spPr>
          <a:xfrm xmlns:a="http://schemas.openxmlformats.org/drawingml/2006/main">
            <a:off x="4572000" y="5267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cxnSp>
        <p:nvCxnSpPr>
          <p:cNvPr id="114" name=""/>
          <p:cNvCxnSpPr/>
          <p:nvPr/>
        </p:nvCxnSpPr>
        <p:spPr>
          <a:xfrm xmlns:a="http://schemas.openxmlformats.org/drawingml/2006/main">
            <a:off x="6762750" y="5267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cxnSp>
        <p:nvCxnSpPr>
          <p:cNvPr id="115" name=""/>
          <p:cNvCxnSpPr/>
          <p:nvPr/>
        </p:nvCxnSpPr>
        <p:spPr>
          <a:xfrm xmlns:a="http://schemas.openxmlformats.org/drawingml/2006/main">
            <a:off x="8953500" y="5267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6A3011-02FC-4D81-BF4D-4CEBD37C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866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B7B6AB-9B59-41B8-8EEB-ED7C2D9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Anchor + hold</a:t>
            </a:r>
          </a:p>
          <a:p xmlns:a="http://schemas.openxmlformats.org/drawingml/2006/main">
            <a:pPr algn="ct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dominate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F7F39E-5788-4866-A762-AE808358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57750"/>
            <a:ext cx="1866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B92FB6-C678-418B-892B-3058325E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33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Policy preserves</a:t>
            </a:r>
          </a:p>
          <a:p xmlns:a="http://schemas.openxmlformats.org/drawingml/2006/main">
            <a:pPr algn="ctr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cache grasp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45A883-406D-4ED3-ADA7-83282D4F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57750"/>
            <a:ext cx="1866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2B4D84-C68C-4842-B054-515AB5AE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33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Axis EMA stays</a:t>
            </a:r>
          </a:p>
          <a:p xmlns:a="http://schemas.openxmlformats.org/drawingml/2006/main">
            <a:pPr algn="ctr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near zero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275F8F-DACD-4E8D-9F58-20AECA1D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57750"/>
            <a:ext cx="1866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FD3764-4BD2-40F3-80AD-ABEC2484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33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Speed gate opens</a:t>
            </a:r>
          </a:p>
          <a:p xmlns:a="http://schemas.openxmlformats.org/drawingml/2006/main">
            <a:pPr algn="ctr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only 1.92%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CECD30-EAE4-43B7-B8CD-3ED81EA7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57750"/>
            <a:ext cx="1866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9E4100-52EE-41C6-BDE4-96186CF4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33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No rotating handoff</a:t>
            </a:r>
          </a:p>
          <a:p xmlns:a="http://schemas.openxmlformats.org/drawingml/2006/main">
            <a:pPr algn="ct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or sustained spin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98A69E-E440-4639-AFDD-1A24B91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Circular dependency: rotating handoff eligibility requires axis EMA ≥ 0.60 × 0.04 = 0.024 rad/s before the handoff bonus can bootstrap.</a:t>
            </a:r>
          </a:p>
        </p:txBody>
      </p:sp>
    </p:spTree>
    <p:extLst>
      <p:ext uri="{BB962C8B-B14F-4D97-AF65-F5344CB8AC3E}">
        <p14:creationId xmlns:p14="http://schemas.microsoft.com/office/powerpoint/2010/main" val="6546490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D4346AD-F36E-47AE-82D6-CA0D81A8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5A974F1-9483-418E-90FB-E76A267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 Exposed Positive Rotation as the Bottleneck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9B2AB89-0B09-4561-9DEB-D7A9A72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AF277F9-C7D8-42D5-A0E3-F042786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2026-07-22_15-47-22_mujoco</a:t>
            </a:r>
          </a:p>
        </p:txBody>
      </p:sp>
      <p:sp>
        <p:nvSpPr>
          <p:cNvPr id="5" name="矩形: 圓角 4">
            <a:extLst xmlns:a="http://schemas.openxmlformats.org/drawingml/2006/main">
              <a:ext uri="{FF2B5EF4-FFF2-40B4-BE49-F238E27FC236}">
                <a16:creationId xmlns:a16="http://schemas.microsoft.com/office/drawing/2014/main" id="{06D19E94-EDCC-480C-A957-B9E3358E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5C15105-59BA-45DC-8C80-0D9DCCE0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22.33 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B41ED10-7A96-4572-B988-651A4C0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survival time</a:t>
            </a:r>
          </a:p>
        </p:txBody>
      </p:sp>
      <p:sp>
        <p:nvSpPr>
          <p:cNvPr id="8" name="矩形: 圓角 7">
            <a:extLst xmlns:a="http://schemas.openxmlformats.org/drawingml/2006/main">
              <a:ext uri="{FF2B5EF4-FFF2-40B4-BE49-F238E27FC236}">
                <a16:creationId xmlns:a16="http://schemas.microsoft.com/office/drawing/2014/main" id="{B4EEAC03-808A-4029-A701-093AAC0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12E977-37CE-444A-B103-FA32AD7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10.48 mm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D477567-4F2D-4108-B76D-75D8285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11" name="矩形: 圓角 10">
            <a:extLst xmlns:a="http://schemas.openxmlformats.org/drawingml/2006/main">
              <a:ext uri="{FF2B5EF4-FFF2-40B4-BE49-F238E27FC236}">
                <a16:creationId xmlns:a16="http://schemas.microsoft.com/office/drawing/2014/main" id="{0A5D77A2-542F-45B3-9035-4116573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6CE0E4D-1E1B-4C98-944D-34CDD54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2.12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5928E4-A06C-4888-9D77-9985920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14" name="矩形: 圓角 13">
            <a:extLst xmlns:a="http://schemas.openxmlformats.org/drawingml/2006/main">
              <a:ext uri="{FF2B5EF4-FFF2-40B4-BE49-F238E27FC236}">
                <a16:creationId xmlns:a16="http://schemas.microsoft.com/office/drawing/2014/main" id="{DC65BFC1-0923-4478-94D1-623C9043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00A0BB2-631E-4B83-A611-7830E67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0.055%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87AC0EF-FCE0-4077-9B4C-AA7F74F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termination rate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5F7CEF-ABC4-4E7A-9846-E597AD8F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9A1BFD-BE6E-476E-B146-4F5E020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gates that actually failed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795F7EC-A717-40DD-9732-38BA9BA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gate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4618197-07E7-48A0-9E51-6565D13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1.97%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777A394-FAAE-4C81-A269-6E487A9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A55FFB4-87DA-453D-B323-8663E68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&lt; 0.11%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138EBA1-B79C-4720-B325-C39DF78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2s / 5s / 10s success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DDAAFA1-814F-4FBA-8FD1-6501EF1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all zero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BC96552-0863-4774-B651-2F35620A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forcing handoff before reliable positive rotation makes an already sparse exploration problem even harder.</a:t>
            </a:r>
          </a:p>
        </p:txBody>
      </p:sp>
    </p:spTree>
    <p:extLst>
      <p:ext uri="{BB962C8B-B14F-4D97-AF65-F5344CB8AC3E}">
        <p14:creationId xmlns:p14="http://schemas.microsoft.com/office/powerpoint/2010/main" val="15965337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4116FDB-6AA2-429B-9C5E-5147462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C0A7E9-ADA6-46FF-8987-5E0E0F5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Rotation Isolates Basic +Z Acquisition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05BA39F-5404-45C5-8CB5-1C1BE91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A735FE-F238-4099-9C6F-2809693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Fixed target: world +Z · 0.30 rad/s · cache reset · 25-second episode · no handoff objective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7C9D510-3A69-466F-B00B-135D58A1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D4ECDEC-8583-4B4B-84AC-E4283740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24A103-D179-49C6-936B-3C0A924B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term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8840941-3486-47E4-BA32-8CBDE79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95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3A63261-EE8C-4890-8A61-752A445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CC34B4B-7A3D-4D72-A7C8-75BC32A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12148C-A7F0-4888-8C96-6A782CA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stable_rotation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18042F5-F63F-49DB-82C1-E7CEC5B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526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+6.0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B5D203A-05D8-4853-B26D-9D0A94A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4BDC327-0988-47DC-A018-C4BF816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04DF776-14DF-4271-9A9D-B04CAF3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rotation_streak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CBB664C-6B9E-4888-BD85-B3FB3AF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098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163410-5E4F-4FFD-AF1A-873287B8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30ABB60-2B32-4E28-A7D2-42BA2CD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B901AD5-54CC-4521-ADD0-B8BA07B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thumb_contact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278A1FA-4A55-45D4-ACFE-5E6AA315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71495F3-46DF-4C41-BB5E-EB9B257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50E23A-849B-475C-AD5A-67112DEE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59183A5-3E90-429F-B69E-A34CB6B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fingertip_support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C69051D-2A7C-42E7-AC10-6E42DDE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242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+0.15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72A5AEB-0E99-4139-B6B6-3C8A0BBA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A80306A-1E84-479B-A5C0-B58C3FB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966A9D7-8C08-4989-9DBD-21EB2600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center_recovery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356FB57-0361-4DD3-92DF-6365BBB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81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+1.0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61C7260-75AB-49DE-B503-C9C3EC50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5A0946E-9072-4913-A13D-5B24681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1809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6EE01CE-F485-4411-A602-623D2274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95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 / penalty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611D7BD-14BD-4750-9FCC-AE17BCBC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1895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41B1096-E241-4AF6-BAB4-7BB0C663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AEAFF04-34B4-4423-8163-C77FEF14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266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3765045-B18E-4F95-9798-EB9B6B8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52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stall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D5A609C-7290-4FEF-AFA1-CC6FC67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352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7EA975A-553C-465D-903C-5D006359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C7B3A29-41C9-4A0B-A832-2ECC65A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724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E56B1EA-6997-418A-B4CF-29D2E38D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9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reverse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B1A0678-4918-4C18-B932-DE6C76B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809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-4.0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CFB3DEF-5023-4611-82C7-1B69F1E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DD5447AA-906D-489D-8073-D2129FF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1813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F7646A74-9800-46AD-B887-6246943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670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object_center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F5F161-5D72-4B50-AF3D-401ADB69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2670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-2.5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A56752D-AE99-4CD3-99DE-DE360B4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D571BF9D-1220-430E-8FBC-DF2C8A7B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6385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EEA348C-4A0A-4FBF-97F5-DA0443D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object_linear_velocity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64F4315-CB63-457E-B7EA-98517D09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7242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-0.4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C83280C-1546-4C42-9081-A9EA74C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2655C9E-BBC1-4D84-A654-7FFC96EB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095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FA9E5C3-1A36-4E9D-B989-4A568B5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81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palm_contact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17C599D-63D3-4CB9-AC9C-9815B9F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181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BDFCEB8-3E40-4ABB-9CC0-89195A32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E70B3A3-310C-4F69-BE6B-44FE234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552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F4018C70-DF09-43A4-A960-344BD035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38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orthogonal_speed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37B6215-01BB-4357-9460-A6DB047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638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-0.25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3331C100-D7C6-4E37-9CE3-A03A5999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30AFA6E-D3D5-4D3E-B829-1E9CD5F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5010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DFC77D1-AF61-4514-A426-E6AEC766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95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5491838-CE22-4885-AEE6-548CFE4B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5095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-5.0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DC36A30-DCE9-4CF9-AB4D-A4FDA5F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Direct uses a different reward scale; aggregate return is comparable only among checkpoints from this task.</a:t>
            </a:r>
          </a:p>
        </p:txBody>
      </p:sp>
    </p:spTree>
    <p:extLst>
      <p:ext uri="{BB962C8B-B14F-4D97-AF65-F5344CB8AC3E}">
        <p14:creationId xmlns:p14="http://schemas.microsoft.com/office/powerpoint/2010/main" val="140513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9B203D7-D40F-48F8-83FE-CA980B47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DF2AB91-0B07-478B-B5F9-DF33BB0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Acquired Forward Spin, Not Sustained Motion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FD9ED60-A0B4-46E2-BAAD-F143ED2C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2CF02B6-E02A-4AC6-8CD3-024AB90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2026-07-22_21-27-39_mujoco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D3B442E-D183-4D04-98ED-421704AA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Rotation acquisition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0DBC5CB-25E4-4BA8-BD67-F653CF2B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11539B-D80E-4E6B-B2AD-1C28343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431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15971B-ECF2-42A3-9384-86C30583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4A93F0E-EAE8-40F2-86A3-6E50DD7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4288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6596E72-47F8-493E-879B-C35BBC8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5049CD-2A0C-4EF1-BDBF-BB7FD9D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7813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048FF3D-C13D-4E34-B87A-6097FE0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+Z speed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A07BCD-213D-4660-900D-C9C298ED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8670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0.300 rad/s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0D3554-14E1-449A-B77D-92D1251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29C733-D46A-4617-AA51-B23C7D0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194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D77706F-4821-45FE-B08F-E4630BC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908B684-D3E2-4946-BD5A-4A5BFB6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3051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+0.246 rad/s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419A410-40AC-4242-A11D-AA778DD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3A96959-3F3F-4E0C-BC6A-CB29700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576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698A4E-8F9F-4909-A972-39ADA29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E08E0E6-6495-454D-BFA6-C80495CA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7433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84.3%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D562D6C-703C-4573-8C4A-67DD27B3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75585F2-ED3A-421B-B3F6-2096EC2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957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54049B1-9DB8-4829-9192-C1642C26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09E8102-16C9-43ED-8A32-C68820E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1814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14.7 mm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1F0ED73-B3C9-44D8-B3FE-F7F3203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CD2DC0C-D2AF-43E7-BA35-96D83C0C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5339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C1F84D1-AB84-493C-A2D7-679B8C3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567FD3F-5D06-42E7-8B98-A08CC4F8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6196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2.47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A2AA2E6-B7DD-427E-B68A-3491FD8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09B627F-42C1-4DCF-88DA-CA7F2BC8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720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0D8A410-06F8-4D9C-8621-E5E9323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 contact rate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4ADF76C-E66D-4992-B89D-40409263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50577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9BB97BA-4FC1-4299-A704-587B6143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Sustainability check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5C518BB-29CE-4FF7-B055-D094E12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9344268-8FEE-4DE8-B1A1-75C905B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F25ADDF-96F0-4BED-B3CC-CE834285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 gate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C988239-8E62-426C-B65A-5EC21AD1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288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fraction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5FD435E-1AE5-4421-9C5D-D2F6A8C8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99D7AC7-D0C4-4194-A059-59C237E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4AD1E20-9A0B-4CBF-B916-5904FC4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670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2 s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978AED5-5B9C-4175-A95A-B9250F75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670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0.012%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63B0A75-C5C7-47E2-B76E-89AE1DE9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3D3A995-5B53-4B7B-95B2-7B6D0E60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6CE7CE4-A4BE-4974-80DF-8E10943E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5 s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440ACA8-7D5D-4B89-BD94-6530B54F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051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A7FD757-835C-434C-AC99-36C4A759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53C5AF5-2298-414C-BBA6-04D6DCD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F5C82D1-26C3-4874-BCFC-9A66B3C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10 s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B5AF65E-0791-46B0-8918-00EA9E89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BD50229-FC11-47F3-A372-AFCF73D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0C424DC-80B0-46EE-BACD-C93963E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56107720-3293-4777-94BA-CB9ADEB9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natural handoff rate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A054A550-994B-46FD-8D96-14296153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814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AC6A6B5E-196F-4F1F-B776-D17E0DF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15396027-925D-47FD-BBD4-5C4D4E9E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A63DB295-F143-41B0-85A9-461C625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success fraction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DF695F2-B10D-4AFF-BCE0-210340BA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196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989643BE-408F-4018-A956-28FC412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Conclusion: the policy can generate positive +Z rotation, but it cannot maintain the motion, switch contacts, or complete multiple turns.</a:t>
            </a:r>
          </a:p>
        </p:txBody>
      </p:sp>
    </p:spTree>
    <p:extLst>
      <p:ext uri="{BB962C8B-B14F-4D97-AF65-F5344CB8AC3E}">
        <p14:creationId xmlns:p14="http://schemas.microsoft.com/office/powerpoint/2010/main" val="9695345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751C09-4979-4C32-B6C4-C4A157D9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D75489F-8970-4862-90F4-27E3890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Held Position but Did Not Spin or Handoff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D492BA-AB55-4EB2-9E9B-27AF3BA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矩形: 圓角 3">
            <a:extLst xmlns:a="http://schemas.openxmlformats.org/drawingml/2006/main">
              <a:ext uri="{FF2B5EF4-FFF2-40B4-BE49-F238E27FC236}">
                <a16:creationId xmlns:a16="http://schemas.microsoft.com/office/drawing/2014/main" id="{D04BCAD5-592D-4665-8EA4-28AACD9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23D345D-CEC5-4EA4-B5A9-2961C908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9C993B7-21F6-47EE-8BDB-4EC52F29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Combined the simplified rotation objective with stable-support, release-progress, and handoff shaping.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Problem: gaiting pressure increased exploration cost before stable rotation existed.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FC5EA35-5C00-46B5-B7BB-E031E11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2026-07-27_12-09-05_mujoco</a:t>
            </a:r>
          </a:p>
        </p:txBody>
      </p:sp>
      <p:sp>
        <p:nvSpPr>
          <p:cNvPr id="8" name="矩形: 圓角 7">
            <a:extLst xmlns:a="http://schemas.openxmlformats.org/drawingml/2006/main">
              <a:ext uri="{FF2B5EF4-FFF2-40B4-BE49-F238E27FC236}">
                <a16:creationId xmlns:a16="http://schemas.microsoft.com/office/drawing/2014/main" id="{6BC332FA-CD29-4DBB-A43F-74B0DD8B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2875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C80CDAF-9366-4A6E-A565-0E27045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37C53DA-6B41-4E94-B659-8D27A3C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Kept the rotation objective, removed stable/release shaping, reduced handoff influence, and allowed release only for non-thumb fingers.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Goal: acquire rotation first, then require contact switching.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C077E7-C4EA-4FF8-8BDF-BD6C332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2026-07-27_12-26-57_mujoco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5CA6342-653C-4396-95AA-55367767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3F9D6E0-5422-48B5-92CE-3C432DDA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476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94B7D08-0C8E-4323-90BB-21B14BF8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Latest task metric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97D91C-80F3-49A4-B7D5-4601AC43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562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value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276F12-5E96-4EA0-837F-43B7C266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CD1E385-2715-49CF-BEAC-8B889CD5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762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5DD75AC-F721-414A-97EB-1BFE268D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position gate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26D37B5-5779-48F1-91E1-D78491B0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48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98.8%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E5794D7-1F29-43D8-9F49-321D17E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ECCF3FF-C4BF-4812-9D93-B7AD6DF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048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5101CC-B385-4332-94DB-677D0AD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95EEC27-0728-4E75-890C-580D413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33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95.1%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6F86BE2-A937-445C-B56E-AC9F7298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F34DB7-8A0D-449A-B371-101B604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3340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BD44356-DC82-493B-8A72-25E32E5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speed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0902185-1A8A-46F8-950F-66B91F54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197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+0.001 rad/s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E76DB8D-BF09-4BC4-8264-143B10F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DDE9D0F-E03C-400C-9E2B-CAB37EB8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619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4961322-EBE1-434A-A467-D61E6015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net turns / episode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AFB36AE-08D0-49BF-8795-88A74F5A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705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0.0069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B453D63-6F10-40A6-9BF7-380DD46D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04CCDC8-F460-4568-99F3-C666288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905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B72B2F4-0BB5-4842-8041-680EFD6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speed &gt; 0.10 rad/s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E1A7C16-568C-4F95-8258-92ED2BF2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991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0.73%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0B46395-47C5-4418-9369-9AA051C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8074815-FDA0-4ACD-AC40-CCE440F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6191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5752BBC-9A04-4DE7-A3C5-055BCB6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 rate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0EACE10-8EDF-4461-BA8F-9B24EB2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6276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0.006%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655B86A-2CEB-45A4-8C30-EE5D0A7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5DDC38F-BED4-424C-936E-2473A6D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object stayed near its anchor and the rotation axis was clean, but axis speed and qualified handoffs were almost zero.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is not sustained rotation.</a:t>
            </a:r>
          </a:p>
        </p:txBody>
      </p:sp>
    </p:spTree>
    <p:extLst>
      <p:ext uri="{BB962C8B-B14F-4D97-AF65-F5344CB8AC3E}">
        <p14:creationId xmlns:p14="http://schemas.microsoft.com/office/powerpoint/2010/main" val="10390816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4E6E2C1F-E8D2-44E0-8A40-B244D4D5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2423A7E-5FF7-4A61-AC8F-F1B16B19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Task Answers a Different Diagnostic Question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21C310-B3FB-4B67-A847-EAA2324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B6CFA71-E354-4333-AFBF-AA3D0E4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2CB9138-1456-4418-ACF2-57E674A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16A9734-17FE-48AA-B272-469C584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486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EA47A75-ACAE-4E80-B1F3-F9BE13A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52575"/>
            <a:ext cx="2295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RunId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0081EDE-701E-4406-835D-82A7D374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FCC464-D4A7-4736-8109-FAA27ED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525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CA97D6-D329-4D01-98A4-15C766C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6111BDB-1DC0-4410-80CE-D93BED69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Supported conclusion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2BD476F-85D7-467F-B18F-B29266F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E0485AA-0079-46AD-8A08-9C0DAEF1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52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DDDCB41-BD21-4928-B274-F35372A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A1CBD7-AD45-412C-B13A-CE4A0B09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Ball Cache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159B992-0EA3-44C0-8FC6-7B7FD177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9163C47-A861-49F0-809B-21A37E2F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07-21_17-29-49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147ACFC-99D6-456E-829D-5713146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85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97ED20B-1CD8-453B-9320-D11D26C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Does cache reset work?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9064971-F8A0-41A7-B8AC-EA578F2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914C05-7729-4165-BD22-0BE07E4F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is executable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1C33EA3-A111-4C19-A6BF-424BAAFF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85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DDAC248-6FD4-47CE-ABA8-C890288F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only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AAD2484-1A61-439B-9E55-BFCF152D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ED7D930-E77C-4B1F-8AFE-9CBF73F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EC5D54F-9222-4FD8-98B4-201100C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730B333-ECDD-4349-B81F-D89E95D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07-21_18-22-39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F2068A6-72AF-4BFA-A6B1-FCCC715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E91AAF4-69B4-488F-8E42-7F31DB12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many grasps rotate?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5725593-3612-4817-9BD5-BDDB956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4F1E9AE-CA0C-42EC-B8D4-522359B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Formal baseline established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31508BC-8B2B-4131-B3A6-B75BAD2D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38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0BBF53D-897C-4427-BC95-31B653B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 metrics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D55C9C6-E6E1-44BB-8B48-6C289E3B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4C10AC59-6A59-44DF-8D6B-0D9BFCC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Grey-zone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98F3144-C8DD-4BB6-B083-291FBBD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908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8286B5E-0D54-412C-A7B3-7BB51198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07-21_22-58-39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98A3542-D82A-4474-838B-3ED00942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90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C46189E-5AB2-41AD-B3BE-FEB4C15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settle at 15–30 mm?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FF71A58-9DC8-430E-9A0B-DDEAEE6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7B28AF4-B3CB-490C-B67E-A6655ECB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improved, spin did not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AF9C1EB1-5403-47F5-BD53-31EF5C5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0FBD9FE-406A-4C59-90B5-9AE9166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A/B diagnosis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C28D9D9-4FB5-458C-8B2D-34C9F47B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9862C8B-5C0C-482C-BA2A-B1689C8E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5984E74-B004-4D69-91E5-DF0E4F1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348BC07-EAED-40CB-914B-3B51A4E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576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07-22_15-47-22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4562C4B1-208F-438A-BB2D-B1902CFC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7A50E09-89C8-4A12-AA49-31A7DA6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576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Is contact switching missing?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DE463F17-682B-465D-B098-CBAAA805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5A9D3A9C-0444-404D-9167-00DFE32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is the first bottleneck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E8E6CE1-F283-4E66-A213-C36DCE06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2A21FA21-DAF9-4CF1-8C89-F17DED55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 metrics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D5165-00ED-48AB-B184-73C0FB58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2D5022A-3AB4-4609-B0A0-815929CC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BEC53B6-5018-4828-835A-051DEAC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833DB71E-0543-477E-BA0A-6FACCE0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07-22_21-27-39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D3CB350-AA59-4938-83B7-7014C8D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335312C-1496-4A4D-8979-A514C6AD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100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forward spin be acquired?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04809CE-EBED-4628-A6D3-3A5D39F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9833383-E528-479A-98D3-ED81636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Acquisition is possible but brief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9ACE419-6BF4-4F8E-90A5-02F1857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46975239-1CB8-435B-BBFA-CC44676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duration metrics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E634C81-6FF1-449A-A939-64B9A4A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158B5AF-9BD6-4145-8D0C-F382F93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V3-A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6E3C4456-E9C8-4ADE-A33F-E7FA4A5B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F682184D-F706-4089-84CB-B85BB7B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07-27_00-36-25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71DCE61-AC31-435A-BC4F-066BC42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48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1664D472-E0B2-41ED-B417-A0868BA9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reward be simplified?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329F8F42-357C-4507-937E-F5245E4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BE97EE2C-69B9-4458-89B6-7F1D5BA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task signals retained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DBD96A0-8026-4400-8B61-F13D9F4F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E8F8EAC-A51A-4863-BD8E-99A012A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 ablation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434D88B5-AF69-452C-8F9D-E9C9F1A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13D182F-8FC7-451E-B6F9-0D436B6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V2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A5CB585-64C7-4D0B-BE63-EFC817E0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006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BF0C7BF4-8354-4C9A-B132-FBCE0FB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07-27_12-26-57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BF2127-D0F3-4425-809E-EBA0D04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00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E0B4F6E-9872-4B68-86B1-82CD451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149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constrained handoff return?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FB947B9F-B7D4-4113-BEA2-FFE3EB6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724E20C1-7072-4A3A-A109-50F00CD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works; rotation remains absent</a:t>
            </a: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1C97DA1D-98FF-4D35-9504-532A4B2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F6E5C88C-0BA7-410C-A396-36C02E48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14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metrics</a:t>
            </a: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E659EA69-65ED-44D2-88BA-980D647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Historical checkpoints must be interpreted with their saved run_config.json, not the current parent YAML.</a:t>
            </a:r>
          </a:p>
        </p:txBody>
      </p:sp>
    </p:spTree>
    <p:extLst>
      <p:ext uri="{BB962C8B-B14F-4D97-AF65-F5344CB8AC3E}">
        <p14:creationId xmlns:p14="http://schemas.microsoft.com/office/powerpoint/2010/main" val="11793788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903B71D-9154-47DE-8683-94A724F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AD758F1-6879-44BE-BB2C-862837A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 Sustained Rotation Before Reintroducing Handoff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A5CFD-1F9D-4C82-BF0A-AE85533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86AA6C9-9B4A-496F-9A14-8FD49CE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Three defensible conclusions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98817CC-FA28-4B24-874B-0662299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33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A ball-specific reset cache and physically valid collision model are prerequisites.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Better retention does not imply sustained rotation; signed axis speed and net angle must be measured.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Handoff is eventually necessary, but forcing it before rotation acquisition increases exploration sparsity.</a:t>
            </a:r>
          </a:p>
        </p:txBody>
      </p:sp>
      <p:sp>
        <p:nvSpPr>
          <p:cNvPr id="6" name="矩形: 圓角 5">
            <a:extLst xmlns:a="http://schemas.openxmlformats.org/drawingml/2006/main">
              <a:ext uri="{FF2B5EF4-FFF2-40B4-BE49-F238E27FC236}">
                <a16:creationId xmlns:a16="http://schemas.microsoft.com/office/drawing/2014/main" id="{949D2575-E6F4-470B-BF20-DDF101AF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33387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84D570-ECF6-44E5-BAD0-63F7A4B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Validation order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8DD788F-6F03-4D02-B990-3ED702BE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01  Reward ablation with fixed cache and seed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02  Report axis-speed duration and net turns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03  Use the viewer to reject palm support or penetration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04  Add handoff only after acquisition is stable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05  Compare success rate across at least three seeds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06  Add domain randomization last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C92EF9-28E0-472A-A26F-334CE0D6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C2E2F5C-F3AA-454F-B836-140EB6C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positive rotation · multiple net turns · low orthogonal speed · no drop · qualified handoff · cross-seed stability</a:t>
            </a:r>
          </a:p>
        </p:txBody>
      </p:sp>
    </p:spTree>
    <p:extLst>
      <p:ext uri="{BB962C8B-B14F-4D97-AF65-F5344CB8AC3E}">
        <p14:creationId xmlns:p14="http://schemas.microsoft.com/office/powerpoint/2010/main" val="1300353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2026-07-29T02:54:16.8250000Z</dcterms:created>
  <dcterms:modified xsi:type="dcterms:W3CDTF">2026-07-29T02:54:16.8250000Z</dcterms:modified>
</coreProperties>
</file>