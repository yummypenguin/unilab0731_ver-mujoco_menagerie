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14160e5ad742d1" /><Relationship Type="http://schemas.openxmlformats.org/officeDocument/2006/relationships/extended-properties" Target="/docProps/app.xml" Id="R72302fed8c5c44d2" /><Relationship Type="http://schemas.openxmlformats.org/officeDocument/2006/relationships/officeDocument" Target="/ppt/presentation.xml" Id="Ree3bdb4da7614f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767671e81942e0"/>
  </p:sldMasterIdLst>
  <p:notesMasterIdLst>
    <p:notesMasterId xmlns:r="http://schemas.openxmlformats.org/officeDocument/2006/relationships" r:id="Rda5130f1507c47c9"/>
  </p:notesMasterIdLst>
  <p:sldIdLst>
    <p:sldId xmlns:r="http://schemas.openxmlformats.org/officeDocument/2006/relationships" id="256" r:id="R5d37722926714855"/>
    <p:sldId xmlns:r="http://schemas.openxmlformats.org/officeDocument/2006/relationships" id="257" r:id="R5db05734bed04455"/>
    <p:sldId xmlns:r="http://schemas.openxmlformats.org/officeDocument/2006/relationships" id="258" r:id="Rfd7fa42105b34e65"/>
    <p:sldId xmlns:r="http://schemas.openxmlformats.org/officeDocument/2006/relationships" id="259" r:id="R220385d28d904b09"/>
    <p:sldId xmlns:r="http://schemas.openxmlformats.org/officeDocument/2006/relationships" id="260" r:id="R9d4d30ace3d04c26"/>
    <p:sldId xmlns:r="http://schemas.openxmlformats.org/officeDocument/2006/relationships" id="261" r:id="R2f4c92d1578d4bbe"/>
    <p:sldId xmlns:r="http://schemas.openxmlformats.org/officeDocument/2006/relationships" id="262" r:id="R17ea48161a804ec1"/>
    <p:sldId xmlns:r="http://schemas.openxmlformats.org/officeDocument/2006/relationships" id="263" r:id="R7b9e932a3fc64b64"/>
    <p:sldId xmlns:r="http://schemas.openxmlformats.org/officeDocument/2006/relationships" id="264" r:id="Raf6955d3c6a14d53"/>
    <p:sldId xmlns:r="http://schemas.openxmlformats.org/officeDocument/2006/relationships" id="265" r:id="Rabd1676a2b18489d"/>
    <p:sldId xmlns:r="http://schemas.openxmlformats.org/officeDocument/2006/relationships" id="266" r:id="R90f2781cc4ba477b"/>
    <p:sldId xmlns:r="http://schemas.openxmlformats.org/officeDocument/2006/relationships" id="267" r:id="R9f4fb99a18e54a40"/>
    <p:sldId xmlns:r="http://schemas.openxmlformats.org/officeDocument/2006/relationships" id="268" r:id="R0d5083ecdba34770"/>
    <p:sldId xmlns:r="http://schemas.openxmlformats.org/officeDocument/2006/relationships" id="269" r:id="Ree284ce482814f66"/>
    <p:sldId xmlns:r="http://schemas.openxmlformats.org/officeDocument/2006/relationships" id="270" r:id="R97fe1dac32644b30"/>
    <p:sldId xmlns:r="http://schemas.openxmlformats.org/officeDocument/2006/relationships" id="271" r:id="Rbbd19bfcd66a4d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1a9808a5fe439f" /><Relationship Type="http://schemas.openxmlformats.org/officeDocument/2006/relationships/slideMaster" Target="/ppt/slideMasters/slideMaster1.xml" Id="R71767671e81942e0" /><Relationship Type="http://schemas.openxmlformats.org/officeDocument/2006/relationships/notesMaster" Target="/ppt/notesMasters/notesMaster1.xml" Id="Rda5130f1507c47c9" /><Relationship Type="http://schemas.openxmlformats.org/officeDocument/2006/relationships/presProps" Target="/ppt/presProps.xml" Id="Rd35c09398b60437e" /><Relationship Type="http://schemas.openxmlformats.org/officeDocument/2006/relationships/tableStyles" Target="/ppt/tableStyles.xml" Id="Rce55cf07279c42fc" /><Relationship Type="http://schemas.openxmlformats.org/officeDocument/2006/relationships/slide" Target="/ppt/slides/slide1.xml" Id="R5d37722926714855" /><Relationship Type="http://schemas.openxmlformats.org/officeDocument/2006/relationships/slide" Target="/ppt/slides/slide2.xml" Id="R5db05734bed04455" /><Relationship Type="http://schemas.openxmlformats.org/officeDocument/2006/relationships/slide" Target="/ppt/slides/slide3.xml" Id="Rfd7fa42105b34e65" /><Relationship Type="http://schemas.openxmlformats.org/officeDocument/2006/relationships/slide" Target="/ppt/slides/slide4.xml" Id="R220385d28d904b09" /><Relationship Type="http://schemas.openxmlformats.org/officeDocument/2006/relationships/slide" Target="/ppt/slides/slide5.xml" Id="R9d4d30ace3d04c26" /><Relationship Type="http://schemas.openxmlformats.org/officeDocument/2006/relationships/slide" Target="/ppt/slides/slide6.xml" Id="R2f4c92d1578d4bbe" /><Relationship Type="http://schemas.openxmlformats.org/officeDocument/2006/relationships/slide" Target="/ppt/slides/slide7.xml" Id="R17ea48161a804ec1" /><Relationship Type="http://schemas.openxmlformats.org/officeDocument/2006/relationships/slide" Target="/ppt/slides/slide8.xml" Id="R7b9e932a3fc64b64" /><Relationship Type="http://schemas.openxmlformats.org/officeDocument/2006/relationships/slide" Target="/ppt/slides/slide9.xml" Id="Raf6955d3c6a14d53" /><Relationship Type="http://schemas.openxmlformats.org/officeDocument/2006/relationships/slide" Target="/ppt/slides/slide10.xml" Id="Rabd1676a2b18489d" /><Relationship Type="http://schemas.openxmlformats.org/officeDocument/2006/relationships/slide" Target="/ppt/slides/slide11.xml" Id="R90f2781cc4ba477b" /><Relationship Type="http://schemas.openxmlformats.org/officeDocument/2006/relationships/slide" Target="/ppt/slides/slide12.xml" Id="R9f4fb99a18e54a40" /><Relationship Type="http://schemas.openxmlformats.org/officeDocument/2006/relationships/slide" Target="/ppt/slides/slide13.xml" Id="R0d5083ecdba34770" /><Relationship Type="http://schemas.openxmlformats.org/officeDocument/2006/relationships/slide" Target="/ppt/slides/slide14.xml" Id="Ree284ce482814f66" /><Relationship Type="http://schemas.openxmlformats.org/officeDocument/2006/relationships/slide" Target="/ppt/slides/slide15.xml" Id="R97fe1dac32644b30" /><Relationship Type="http://schemas.openxmlformats.org/officeDocument/2006/relationships/slide" Target="/ppt/slides/slide16.xml" Id="Rbbd19bfcd66a4d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eb3cc95aec4d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749a6cceb544d7" /><Relationship Type="http://schemas.openxmlformats.org/officeDocument/2006/relationships/notesMaster" Target="/ppt/notesMasters/notesMaster1.xml" Id="R886090b1275d4b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6b65ff90b642a6" /><Relationship Type="http://schemas.openxmlformats.org/officeDocument/2006/relationships/notesMaster" Target="/ppt/notesMasters/notesMaster1.xml" Id="R189e81c8af514d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919c27c040405c" /><Relationship Type="http://schemas.openxmlformats.org/officeDocument/2006/relationships/notesMaster" Target="/ppt/notesMasters/notesMaster1.xml" Id="R010f655a97814d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442fef2a2c4395" /><Relationship Type="http://schemas.openxmlformats.org/officeDocument/2006/relationships/notesMaster" Target="/ppt/notesMasters/notesMaster1.xml" Id="Rb3d941f0c2f541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79cddf7d9545d7" /><Relationship Type="http://schemas.openxmlformats.org/officeDocument/2006/relationships/notesMaster" Target="/ppt/notesMasters/notesMaster1.xml" Id="R177f3e3b2e0b4b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6a5bfd4cae4bf1" /><Relationship Type="http://schemas.openxmlformats.org/officeDocument/2006/relationships/notesMaster" Target="/ppt/notesMasters/notesMaster1.xml" Id="Rf707c5f8a38d42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8a998e7ac94db3" /><Relationship Type="http://schemas.openxmlformats.org/officeDocument/2006/relationships/notesMaster" Target="/ppt/notesMasters/notesMaster1.xml" Id="R3358f879c6e449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07bfdf8b6548ad" /><Relationship Type="http://schemas.openxmlformats.org/officeDocument/2006/relationships/notesMaster" Target="/ppt/notesMasters/notesMaster1.xml" Id="Rb33e5ee71e3f41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8c0bfb940b4fb2" /><Relationship Type="http://schemas.openxmlformats.org/officeDocument/2006/relationships/notesMaster" Target="/ppt/notesMasters/notesMaster1.xml" Id="R5422863f0ec746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b0d78343964127" /><Relationship Type="http://schemas.openxmlformats.org/officeDocument/2006/relationships/notesMaster" Target="/ppt/notesMasters/notesMaster1.xml" Id="R65dc4712aac348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a87fd586d24be0" /><Relationship Type="http://schemas.openxmlformats.org/officeDocument/2006/relationships/notesMaster" Target="/ppt/notesMasters/notesMaster1.xml" Id="R0592c13f2d6c4f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de26747108449d" /><Relationship Type="http://schemas.openxmlformats.org/officeDocument/2006/relationships/notesMaster" Target="/ppt/notesMasters/notesMaster1.xml" Id="R6d64d7b9635348a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4b9ac7662c24343" /><Relationship Type="http://schemas.openxmlformats.org/officeDocument/2006/relationships/notesMaster" Target="/ppt/notesMasters/notesMaster1.xml" Id="R36da41f0313549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e1a776ce0f94ea0" /><Relationship Type="http://schemas.openxmlformats.org/officeDocument/2006/relationships/notesMaster" Target="/ppt/notesMasters/notesMaster1.xml" Id="Rc75d479859f841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463d7b0d9b143d6" /><Relationship Type="http://schemas.openxmlformats.org/officeDocument/2006/relationships/notesMaster" Target="/ppt/notesMasters/notesMaster1.xml" Id="R4beb189e89e04fc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1e72763715b47bc" /><Relationship Type="http://schemas.openxmlformats.org/officeDocument/2006/relationships/notesMaster" Target="/ppt/notesMasters/notesMaster1.xml" Id="Rdedee54f58264e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report reconstructs progress from saved code, configurations, run metadata, TensorBoard diagnostics, and native-viewer inspection.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D:/UniLab/DEVELOPMENT_LOG.md</a:t>
            </a:r>
          </a:p>
          <a:p xmlns:a="http://schemas.openxmlformats.org/drawingml/2006/main">
            <a:r>
              <a:t>- D:/UniLab/logs/rsl_rl_ppo/*/run_config.json</a:t>
            </a:r>
          </a:p>
          <a:p xmlns:a="http://schemas.openxmlformats.org/drawingml/2006/main">
            <a:r>
              <a:t>- D:/UniLab/logs/rsl_rl_ppo/*/run_summary.json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emphasis is a reliable experimental foundation and traceable evidence, not the highest aggregate reward.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D:/UniLab/AGENTS.md</a:t>
            </a:r>
          </a:p>
          <a:p xmlns:a="http://schemas.openxmlformats.org/drawingml/2006/main">
            <a:r>
              <a:t>- D:/UniLab/DEVELOPMENT_LOG.md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D:/UniLab/DEVELOPMENT_LOG.md</a:t>
            </a:r>
          </a:p>
          <a:p xmlns:a="http://schemas.openxmlformats.org/drawingml/2006/main">
            <a:r>
              <a:t>- D:/UniLab/AGENTS.md#Dexterous-Manipulation-Training-Guidance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D:/UniLab/conf/ppo/task/leap_inhand_ball_*/mujoco.yaml</a:t>
            </a:r>
          </a:p>
          <a:p xmlns:a="http://schemas.openxmlformats.org/drawingml/2006/main">
            <a:r>
              <a:t>- D:/UniLab/conf/ppo/task/leap_inhand_ball_*/motrix.yaml</a:t>
            </a:r>
          </a:p>
          <a:p xmlns:a="http://schemas.openxmlformats.org/drawingml/2006/main">
            <a:r>
              <a:t>- D:/UniLab/DEVELOPMENT_LOG.md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D:/UniLab/src/unilab/envs/manipulation/leap_inhand/ball_grasp_gen.py</a:t>
            </a:r>
          </a:p>
          <a:p xmlns:a="http://schemas.openxmlformats.org/drawingml/2006/main">
            <a:r>
              <a:t>- D:/UniLab/src/unilab/envs/manipulation/allegro_inhand/grasp_gen.py</a:t>
            </a:r>
          </a:p>
          <a:p xmlns:a="http://schemas.openxmlformats.org/drawingml/2006/main">
            <a:r>
              <a:t>- D:/UniLab/conf/ppo/task/leap_inhand_ball_grasp/mujoco.yaml</a:t>
            </a:r>
          </a:p>
          <a:p xmlns:a="http://schemas.openxmlformats.org/drawingml/2006/main">
            <a:r>
              <a:t>- D:/UniLab/src/unilab/assets/robots/leap_hand/caches/ball_grasp_official_50k.npy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C:/Users/timli/Downloads/ChatGPT Image 2026年7月28日 下午05_27_48.png</a:t>
            </a:r>
          </a:p>
          <a:p xmlns:a="http://schemas.openxmlformats.org/drawingml/2006/main">
            <a:r>
              <a:t>- D:/UniLab/src/unilab/envs/manipulation/leap_inhand/sustained_cache_rotation.py</a:t>
            </a:r>
          </a:p>
          <a:p xmlns:a="http://schemas.openxmlformats.org/drawingml/2006/main">
            <a:r>
              <a:t>- D:/UniLab/src/unilab/envs/manipulation/leap_inhand/finger_gaiting_rotation.py</a:t>
            </a:r>
          </a:p>
          <a:p xmlns:a="http://schemas.openxmlformats.org/drawingml/2006/main">
            <a:r>
              <a:t>- D:/UniLab/src/unilab/envs/manipulation/leap_inhand/direct_rotation.py</a:t>
            </a:r>
          </a:p>
          <a:p xmlns:a="http://schemas.openxmlformats.org/drawingml/2006/main">
            <a:r>
              <a:t>- D:/UniLab/src/unilab/envs/manipulation/leap_inhand/sustained_cache_gaiting_rotation.py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D:/UniLab/logs/rsl_rl_ppo/LeapInhandBallSustainedCacheRotation/*/run_config.json</a:t>
            </a:r>
          </a:p>
          <a:p xmlns:a="http://schemas.openxmlformats.org/drawingml/2006/main">
            <a:r>
              <a:t>- D:/UniLab/DEVELOPMENT_LOG.md:2244</a:t>
            </a:r>
          </a:p>
          <a:p xmlns:a="http://schemas.openxmlformats.org/drawingml/2006/main">
            <a:r>
              <a:t>- D:/UniLab/DEVELOPMENT_LOG.md:2297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D:/UniLab/logs/rsl_rl_ppo/LeapInhandBallSustainedCacheRotation/*/run_config.json</a:t>
            </a:r>
          </a:p>
          <a:p xmlns:a="http://schemas.openxmlformats.org/drawingml/2006/main">
            <a:r>
              <a:t>- D:/UniLab/conf/ppo/task/leap_inhand_ball_sustained_cache/mujoco.yaml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D:/UniLab/logs/rsl_rl_ppo/LeapInhandBallSustainedCacheRotation/2026-07-21_18-22-39_mujoco/events.out.tfevents.1784683360.沅霆.15996.0</a:t>
            </a:r>
          </a:p>
          <a:p xmlns:a="http://schemas.openxmlformats.org/drawingml/2006/main">
            <a:r>
              <a:t>- D:/UniLab/logs/rsl_rl_ppo/LeapInhandBallSustainedCacheRotation/2026-07-21_22-58-39_mujoco/events.out.tfevents.1784699921.沅霆.13112.0</a:t>
            </a:r>
          </a:p>
          <a:p xmlns:a="http://schemas.openxmlformats.org/drawingml/2006/main">
            <a:r>
              <a:t>- D:/UniLab/DEVELOPMENT_LOG.md:2297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D:/UniLab/src/unilab/envs/manipulation/leap_inhand/finger_gaiting_rotation.py</a:t>
            </a:r>
          </a:p>
          <a:p xmlns:a="http://schemas.openxmlformats.org/drawingml/2006/main">
            <a:r>
              <a:t>- D:/UniLab/conf/ppo/task/leap_inhand_ball_finger_gaiting/mujoco.yaml</a:t>
            </a:r>
          </a:p>
          <a:p xmlns:a="http://schemas.openxmlformats.org/drawingml/2006/main">
            <a:r>
              <a:t>- D:/UniLab/DEVELOPMENT_LOG.md:2385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D:/UniLab/logs/rsl_rl_ppo/LeapInhandBallFingerGaitingRotation/2026-07-22_15-47-22_mujoco/run_config.json</a:t>
            </a:r>
          </a:p>
          <a:p xmlns:a="http://schemas.openxmlformats.org/drawingml/2006/main">
            <a:r>
              <a:t>- D:/UniLab/logs/rsl_rl_ppo/LeapInhandBallFingerGaitingRotation/2026-07-22_15-47-22_mujoco/run_summary.json</a:t>
            </a:r>
          </a:p>
          <a:p xmlns:a="http://schemas.openxmlformats.org/drawingml/2006/main">
            <a:r>
              <a:t>- D:/UniLab/DEVELOPMENT_LOG.md:2624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D:/UniLab/conf/ppo/task/leap_inhand_ball_direct/mujoco.yaml</a:t>
            </a:r>
          </a:p>
          <a:p xmlns:a="http://schemas.openxmlformats.org/drawingml/2006/main">
            <a:r>
              <a:t>- D:/UniLab/src/unilab/envs/manipulation/leap_inhand/direct_rotation.py</a:t>
            </a:r>
          </a:p>
          <a:p xmlns:a="http://schemas.openxmlformats.org/drawingml/2006/main">
            <a:r>
              <a:t>- D:/UniLab/DEVELOPMENT_LOG.md:2620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D:/UniLab/logs/rsl_rl_ppo/LeapInhandBallDirectRotation/2026-07-22_21-27-39_mujoco/events.out.tfevents.1784780863.沅霆.41532.0</a:t>
            </a:r>
          </a:p>
          <a:p xmlns:a="http://schemas.openxmlformats.org/drawingml/2006/main">
            <a:r>
              <a:t>- D:/UniLab/logs/rsl_rl_ppo/LeapInhandBallDirectRotation/2026-07-22_21-27-39_mujoco/run_config.json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D:/UniLab/conf/ppo/task/leap_inhand_ball_cache_gaiting/mujoco.yaml</a:t>
            </a:r>
          </a:p>
          <a:p xmlns:a="http://schemas.openxmlformats.org/drawingml/2006/main">
            <a:r>
              <a:t>- D:/UniLab/logs/rsl_rl_ppo/LeapInhandBallCacheGaitingRotation/2026-07-27_12-26-57_mujoco/events.out.tfevents.1785180421.沅霆.36252.0</a:t>
            </a:r>
          </a:p>
          <a:p xmlns:a="http://schemas.openxmlformats.org/drawingml/2006/main">
            <a:r>
              <a:t>- D:/UniLab/logs/rsl_rl_ppo/LeapInhandBallCacheGaitingRotation/2026-07-27_12-26-57_mujoco/run_config.json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D:/UniLab/logs/rsl_rl_ppo/LeapInhandBallCacheRotation/*/run_config.json</a:t>
            </a:r>
          </a:p>
          <a:p xmlns:a="http://schemas.openxmlformats.org/drawingml/2006/main">
            <a:r>
              <a:t>- D:/UniLab/logs/rsl_rl_ppo/LeapInhandBallSustainedCacheRotation/*/run_config.json</a:t>
            </a:r>
          </a:p>
          <a:p xmlns:a="http://schemas.openxmlformats.org/drawingml/2006/main">
            <a:r>
              <a:t>- D:/UniLab/logs/rsl_rl_ppo/LeapInhandBallFingerGaitingRotation/*/run_config.json</a:t>
            </a:r>
          </a:p>
          <a:p xmlns:a="http://schemas.openxmlformats.org/drawingml/2006/main">
            <a:r>
              <a:t>- D:/UniLab/logs/rsl_rl_ppo/LeapInhandBallDirectRotation/*/run_config.json</a:t>
            </a:r>
          </a:p>
          <a:p xmlns:a="http://schemas.openxmlformats.org/drawingml/2006/main">
            <a:r>
              <a:t>- D:/UniLab/logs/rsl_rl_ppo/LeapInhandBallCacheGaitingRotation/*/run_config.json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Maintain a conservative conclusion: the bottleneck is localized, but sustained Cache Gaiting is not yet solved.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D:/UniLab/AGENTS.md#Dexterous-Manipulation-Training-Guidance</a:t>
            </a:r>
          </a:p>
          <a:p xmlns:a="http://schemas.openxmlformats.org/drawingml/2006/main">
            <a:r>
              <a:t>- D:/UniLab/DEVELOPMENT_LOG.md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5249e70d114a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198eb707d84740" /><Relationship Type="http://schemas.openxmlformats.org/officeDocument/2006/relationships/slideLayout" Target="/ppt/slideLayouts/slideLayout1.xml" Id="Rb026d17cdc0447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26d17cdc0447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3203fb90c4b45" /><Relationship Type="http://schemas.openxmlformats.org/officeDocument/2006/relationships/notesSlide" Target="/ppt/notesSlides/notesSlide1.xml" Id="R38ef5b7f6adc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6b6aef3a644f6" /><Relationship Type="http://schemas.openxmlformats.org/officeDocument/2006/relationships/notesSlide" Target="/ppt/notesSlides/notesSlide2.xml" Id="Rd1344d0a5a764d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c7f060f6b4e4c" /><Relationship Type="http://schemas.openxmlformats.org/officeDocument/2006/relationships/notesSlide" Target="/ppt/notesSlides/notesSlide3.xml" Id="Rce21794af1514a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c1400bcbe49c6" /><Relationship Type="http://schemas.openxmlformats.org/officeDocument/2006/relationships/notesSlide" Target="/ppt/notesSlides/notesSlide4.xml" Id="Rcc19b4ddd8ec4c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b2565dfc54d7a" /><Relationship Type="http://schemas.openxmlformats.org/officeDocument/2006/relationships/notesSlide" Target="/ppt/notesSlides/notesSlide5.xml" Id="R3aa6240d2c8946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e1ac392ce49d2" /><Relationship Type="http://schemas.openxmlformats.org/officeDocument/2006/relationships/image" Target="/ppt/media/image.png" Id="Rdd8f9cd0caef4fbb" /><Relationship Type="http://schemas.openxmlformats.org/officeDocument/2006/relationships/notesSlide" Target="/ppt/notesSlides/notesSlide6.xml" Id="R8f8acd1720a048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e45640c964bc8" /><Relationship Type="http://schemas.openxmlformats.org/officeDocument/2006/relationships/notesSlide" Target="/ppt/notesSlides/notesSlide7.xml" Id="Rff0c87fd3b4b4d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aad7b13834e22" /><Relationship Type="http://schemas.openxmlformats.org/officeDocument/2006/relationships/notesSlide" Target="/ppt/notesSlides/notesSlide8.xml" Id="R22451d079b964f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5e07fa9f34852" /><Relationship Type="http://schemas.openxmlformats.org/officeDocument/2006/relationships/notesSlide" Target="/ppt/notesSlides/notesSlide9.xml" Id="R01463517308940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382dc84424055" /><Relationship Type="http://schemas.openxmlformats.org/officeDocument/2006/relationships/notesSlide" Target="/ppt/notesSlides/notesSlide10.xml" Id="R2702da7d45b54e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b5d66817d4546" /><Relationship Type="http://schemas.openxmlformats.org/officeDocument/2006/relationships/notesSlide" Target="/ppt/notesSlides/notesSlide11.xml" Id="R25219c92810340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3c8f5259e4743" /><Relationship Type="http://schemas.openxmlformats.org/officeDocument/2006/relationships/notesSlide" Target="/ppt/notesSlides/notesSlide12.xml" Id="R801e63b2ae7047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03e9263594567" /><Relationship Type="http://schemas.openxmlformats.org/officeDocument/2006/relationships/notesSlide" Target="/ppt/notesSlides/notesSlide13.xml" Id="R51c527d3f5b54c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619bda7004f5b" /><Relationship Type="http://schemas.openxmlformats.org/officeDocument/2006/relationships/notesSlide" Target="/ppt/notesSlides/notesSlide14.xml" Id="Rcd79852c87f5442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c2d636bf04186" /><Relationship Type="http://schemas.openxmlformats.org/officeDocument/2006/relationships/notesSlide" Target="/ppt/notesSlides/notesSlide15.xml" Id="R78e30f21606a4a6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720271936415f" /><Relationship Type="http://schemas.openxmlformats.org/officeDocument/2006/relationships/notesSlide" Target="/ppt/notesSlides/notesSlide16.xml" Id="Ra03cdcb1d68a43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DCC2F-2D54-4B65-86E5-13BE6ADB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UNILAB · DEXTEROUS MANIPULATION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C2376-1172-4642-8DBE-D09C314A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8477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LEAP Hand Dexterous Manipulation</a:t>
            </a:r>
          </a:p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One-Month Research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64004-78D7-48F6-81FA-B36C4093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An evidence chain from model integration and ball caches to sustained rotation and finger gaiting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E756D-6A05-4081-8163-C74A5847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19250"/>
            <a:ext cx="1714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EA303-B300-4A5D-91F6-C4B45068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924050"/>
            <a:ext cx="1381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55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B365B-656E-42CD-8760-7FE71EF7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09900"/>
            <a:ext cx="1381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cache tasks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13 reward versions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09989-64BC-4976-9DC6-1C9BF8DE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Reporting period: July 13–28, 2026</a:t>
            </a:r>
          </a:p>
        </p:txBody>
      </p:sp>
    </p:spTree>
    <p:extLst>
      <p:ext uri="{BB962C8B-B14F-4D97-AF65-F5344CB8AC3E}">
        <p14:creationId xmlns:p14="http://schemas.microsoft.com/office/powerpoint/2010/main" val="20615085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789213-01FE-4048-861E-FA9106C9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B5A2A-1246-4D7B-AB1E-CDBCEE69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From Trainable Environments to Diagnosable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B3805-FE9D-4115-A212-6EF09BBB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4D999-7A76-4E89-BC59-1CB7E75C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143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23595-5FC4-451B-B645-66E01306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9DB6D-4750-43E5-B83F-50E793AF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MuJoCo / Motrix 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0987B-BE72-4B05-BABB-85D721EF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3143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C8D95-13CB-47E0-980E-BEFBF812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50k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AB958-A9EB-4077-A218-A0E109ED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00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LEAP-specific ball grasp states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0F4DC-BB26-4DA4-9142-9B481A26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19250"/>
            <a:ext cx="3143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0EC22-F72A-498F-892A-B48845F7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09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2D7D1-A2BC-4C1B-8ABE-A4308687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00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7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independently comparable cache tasks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0F3A3-F3F7-457D-A52D-4F4F0339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C7347-E821-4DF5-84D8-775F5331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956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Core Deliverables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D87489-823B-4C49-91A1-3CEE2A62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Model and Physics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CE729-CDE2-4AEB-9DD2-0BE6E6B9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Imported LEAP assets, dedicated ball/cube scenes, self-collision, and adjacent-link contact filtering.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BF5A32-9CDA-4B64-BB0F-4AFA6719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Reset Distribution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F665E5-F99E-48D2-8DC8-9FE49072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005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Identified the cube-cache mismatch, built a 50k ball-specific cache, and stored a per-reset anchor.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B56A53-5312-4526-AE2D-CC53B415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00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Research Method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4ECEBB-75DC-4B7C-A2E1-015BD160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005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Used checkpoints, task diagnostics, the MuJoCo viewer, and RunIds for controlled reward and curriculum analysis.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F3CE13-1C67-4D98-935C-B6760311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76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Sustained rotation is not yet claimed as solved; the ordering of acquisition, retention, and handoff is now measurable.</a:t>
            </a:r>
          </a:p>
        </p:txBody>
      </p:sp>
    </p:spTree>
    <p:extLst>
      <p:ext uri="{BB962C8B-B14F-4D97-AF65-F5344CB8AC3E}">
        <p14:creationId xmlns:p14="http://schemas.microsoft.com/office/powerpoint/2010/main" val="6187691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410EF3-B165-4246-9FF6-0B76EFA5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B96E6-497E-4D17-816B-93A51BFA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Platform First, Then the Sustained-Rotation Bottleneck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F7F40-FC2D-43BC-96B8-50B0E699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781050" y="2781300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1D5DB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64171-9BFA-4271-99A4-C87C7A84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72718-1293-465F-B4D2-4767D3D8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7/13–14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E7463-3F8E-42D1-AE14-EBC8385F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Environment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CBDE0-EEA8-4B82-BDBC-1A61E0B8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58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Windows 11 setup, MuJoCo smoke tests, Motrix training, and diagnosis of wgpu OOM recording failures.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62FA5-BA68-4A43-8C6F-D2351AD4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4B5C9-8F1B-4AE3-8409-C03A0C93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050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7/14–17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A85FE-F5B9-485D-A2F2-96C86D1B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95275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LEAP Integration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D8761E-B9CD-4B10-858C-82DCA50F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4671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1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Imported the hand and dedicated ball/cube assets; added in-hand rotation and toss tasks.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04FE0F-BDCD-443C-BF13-4EB3371F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D37EA-0857-4627-9DA2-80353D9C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050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7/17–21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11532-0B49-4A1B-8774-0E849949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5275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Physics and Cache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4AD11-E914-4AF9-92C6-74A55A4A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671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05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Corrected penetration and self-collision behavior; produced the ball-specific 50k reset cache.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AF4B9E-97A5-4047-97D3-171B2563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6D66D9-605D-4BD0-BF33-E8461169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3050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7/21–23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0220B4-A87E-4BAC-A86F-04CEA78E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5275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Spin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E1B786-8B3F-4A49-8E70-0975D564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4671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Created sustained, retention, gaiting, and direct-rotation diagnostic branches.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8BAD8C-FEE9-444C-88D2-73E19F75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796C9F-47EE-4637-9AFC-CB730A6D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050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7/25–28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6A2D33-15D2-4EC1-80D9-3AA199D2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5275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Simplification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91A4F9-CB51-4CD7-B85B-6E0EAFBE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671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339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Removed ineffective shaping and converged on the V3-A / V3-B cache-gaiting direction.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5CC6AC-8588-48CC-9A2C-707AEAF4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626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99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Experimental policy: integration smoke test → short diagnostic run → long training only after the direction is supported.</a:t>
            </a:r>
          </a:p>
        </p:txBody>
      </p:sp>
    </p:spTree>
    <p:extLst>
      <p:ext uri="{BB962C8B-B14F-4D97-AF65-F5344CB8AC3E}">
        <p14:creationId xmlns:p14="http://schemas.microsoft.com/office/powerpoint/2010/main" val="14853593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C0103-CAD9-4D6C-B6E6-E9130DFC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60B6A-CAC8-4FFD-93FC-3E6ACB8C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Both Backends Train; Rendering Reliability Differs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4512E-C116-40B2-9928-F0456147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27B37-81EB-4F34-8A57-555CC814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4953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CB8A3-A88D-4093-9777-BEBEF302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MuJoCo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BB695-AD0F-470F-8F96-DED500FD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PPO smoke and formal training run successfully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Native viewer supports checkpoint inspection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Strong XML, contact, and penetration diagnostics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Primary backend for current research decisions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F9379-22CC-45C5-8776-D44AF42E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24000"/>
            <a:ext cx="4953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C91E0-5F92-414C-B58B-2D18472E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Motrix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89D11-8C3E-43E3-B336-BA56B897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76500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Training and interactive playback run successfully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Intel Arc recording triggered wgpu out-of-memory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Vulkan and DX12 both closed the render channel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Retained for backend-contract and performance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2E994-9AD1-404D-A1BB-B009C603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38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Decision: use the native MuJoCo viewer for behavioral evidence; do not treat Motrix recording failures as training or physics failures.</a:t>
            </a:r>
          </a:p>
        </p:txBody>
      </p:sp>
    </p:spTree>
    <p:extLst>
      <p:ext uri="{BB962C8B-B14F-4D97-AF65-F5344CB8AC3E}">
        <p14:creationId xmlns:p14="http://schemas.microsoft.com/office/powerpoint/2010/main" val="871009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501CDC-3E0B-4171-B4AF-9FAE0CDE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98E47-46FF-4808-A2E8-C4EB96EA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How the Production 50k Ball Cache Is Collected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74AC1-DBBB-4AC3-A7F1-00D1FA3C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0B153-D6D7-4A38-992F-5B56FF52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590550" cy="800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8EB54-E636-4493-B2D9-ECFE6822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E15D7-84D0-441A-A79B-AC707561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428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Validated seed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6071D-7C27-4318-9DD3-E8990D7B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716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75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Start from grasp_seed_qpos: a ball-owned state refined through penetration coordinate scans and full settling checks. Cube and toss caches are never read.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EDCEB6-F106-483F-96F3-3BE2BE36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600"/>
            <a:ext cx="590550" cy="800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591AD-5EE8-4DDA-A320-C57FC71D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BAC90-3AFD-4D3F-9B7B-B4871889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33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Reset proposals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29974-D8C7-4D17-973E-7B81A7DD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765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current owner samples every hand joint within ±0.10 rad, clips to LEAP joint limits, keeps ball-position noise at zero, and initializes zero velocity.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55D1A6-EFEE-435E-B583-2F7EC761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590550" cy="800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91B50-27A4-4994-955B-10AC5070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F8823-75EF-4461-AB23-4936B850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Zero-action hold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D673B-9F4F-4D6B-8397-8CBB5818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814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apply_action() discards policy output. PD control holds each sampled reset target for a 2.5 s episode; strict validation begins after the 0.5 s warm-up.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44921-7177-4BF2-AC0D-5D66A567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24400"/>
            <a:ext cx="590550" cy="800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79F335-D745-4E2A-857C-9A2929D9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271816-2A73-4121-A37E-CFF28A84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43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Save only survivors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D35EF-86F1-4E2D-9500-3D1D7723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863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567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Only non-terminated truncations are serialized to float32, reconstructed in MuJoCo, rechecked, deduplicated, and atomically published until 50,000 rows are reached.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159001-8272-4067-8F34-FBF2C820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09700"/>
            <a:ext cx="3333750" cy="41910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23B2B1-C1F1-4EA8-94C5-3346AC94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Production acceptance contract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BFE73D-A92A-4CDE-810B-A0F4153F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62200"/>
            <a:ext cx="28003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During the episode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finite state and valid joint limits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object remains above reset height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anchor drift ≤ 5 mm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all tips within 0.10 m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at least two contacts, including thumb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bounded ball/joint speed and 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After float32 reconstruction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contact gate repeated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every tip surface gap ≤ 9.95 mm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self and object penetration ≤ 1 mm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A292BA-AF78-4D27-B139-D81800A2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531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Row format: 16 hand qpos + 3 ball position + 4 quaternion = 23 float32 values</a:t>
            </a:r>
          </a:p>
        </p:txBody>
      </p:sp>
    </p:spTree>
    <p:extLst>
      <p:ext uri="{BB962C8B-B14F-4D97-AF65-F5344CB8AC3E}">
        <p14:creationId xmlns:p14="http://schemas.microsoft.com/office/powerpoint/2010/main" val="20125451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0A0E8D-3273-4A91-910C-33CF05C7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0403B-81FF-4336-AB38-621102F7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the Cache-Rotation Task Branched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E1755-1545-4964-B518-4031E262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f9cd0caef4fbb"/>
          <a:stretch xmlns:a="http://schemas.openxmlformats.org/drawingml/2006/main"/>
        </p:blipFill>
        <p:spPr>
          <a:xfrm xmlns:a="http://schemas.openxmlformats.org/drawingml/2006/main">
            <a:off x="514350" y="1356726"/>
            <a:ext cx="7905750" cy="444934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CAFD4-CDE6-410F-9E51-73E533E8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How to read the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33693-A9BB-42F1-B271-FD849AF2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62150"/>
            <a:ext cx="285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17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  Sustained Cache is the common multi-grasp rotation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  Finger Gaiting tests whether the first spin stalls because the hand cannot change contacts.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  V3-A removes complex shaping and returns to an Allegro-style rotation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  Direct Rotation is supporting evidence: positive rotation can be acquired without a handoff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  Cache Gaiting V3-B recombines the simplified rotation base with constrained handoff.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2395B-3A75-48B1-87A2-340B6E5E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314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7F294-7BC5-449C-885D-975663AD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6769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branches are controlled diagnostic experiments, not a linear sequence of task replacements.</a:t>
            </a:r>
          </a:p>
        </p:txBody>
      </p:sp>
    </p:spTree>
    <p:extLst>
      <p:ext uri="{BB962C8B-B14F-4D97-AF65-F5344CB8AC3E}">
        <p14:creationId xmlns:p14="http://schemas.microsoft.com/office/powerpoint/2010/main" val="5321504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66B702-95CD-44EC-9004-8F7ECC6C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F0E67-3857-4826-8922-C42D1FA4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Cache S1–S6: From Curriculum to Fixed Speed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EA704-FDCE-4B93-A988-BE16D3AF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26792-6C93-4286-9C2C-687706D4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B2581-C3B9-44E5-BC8D-F4E63680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247D8-947A-4A04-98AD-F1EEEDB0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2954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spin +1.5；retention +0.5；support +0.25；action -0.001；torque -0.005；work -0.05；failure -5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0E095-9676-4527-963F-4692681A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4302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2026-07-21_17-50-30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0EDAAF-B5B3-41D8-AE7F-72197FF3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753AE-B4C6-4DC5-A84C-DEDE6AAA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288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75ACF-D89B-49EC-9282-E41DB24B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431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anchor_proximity 0.1 to pull the 15–30 mm grey zone back toward the cache anchor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3766B-7D4E-4239-8BF9-10723A7E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9072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2026-07-21_22-47-15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ECEF1-D703-4D05-985F-7940E507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37859-6A35-4E5F-B8F8-4520D690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765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CF01BE-D6E3-4D8A-90C2-A67C2C75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5908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Level-dependent positive-spin retention floor: L0–2=0.5, L3–7=0.25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AAB902-9BD3-49D5-BA97-7A9FA16F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3842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2026-07-22_02-36-35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FC1373-C852-485E-9E4F-1CE12589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004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DEF8F0-A161-42F5-BE60-7D9D9DDB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242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CA0CE8-B382-496A-AC1C-B9B96D9F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385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Disable anchor reward; restore all floors to 0.5; enable direct_spin_reward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D3D772-1FEA-47E5-8B9E-93AE7894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8612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2026-07-22_23-04-12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5D7084-A28C-4B73-B36A-936BD05A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1FF010-5B36-4EF7-B986-AC413534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719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BFE7BC-EFEC-42AC-A066-26A6F85B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8862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Remove the eight-stage curriculum; fix target at 0.30 rad/s; spin=3.0; floor=1.0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BCCBC6-D121-4B43-BEDE-245A1F4E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3382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2026-07-23_00-19-50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386741-BB0E-40E0-A7DA-196725F6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58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D2A1BD-8487-4EDE-9FFB-7E7CF6F2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96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14D22D-8921-4957-B7BC-3BE4D29D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5339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spin_continuity -0.05 to address the policy stopping after the initial spin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B1B747-7817-455F-B998-772E3E0B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8152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2026-07-23_02-11-05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500AD6-3264-40B7-BC50-7FF89768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4953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027055-1C41-4742-9E92-219B9254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Generation 1 · S1–S3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EF8FD9-FC2C-480D-84CF-23911395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Hold → slow spin → faster spin. Retention and support could substitute for actual rotation.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4E760A-EE97-49E1-A9C6-242C69DD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57800"/>
            <a:ext cx="5105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793F09-F5A6-42A7-AF6B-D8716692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91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Generation 2 · S4–S6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47CD30-E042-4118-9632-E16C7A78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7150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Use one fixed target speed and continuity pressure to isolate positive-rotation acquisition.</a:t>
            </a:r>
          </a:p>
        </p:txBody>
      </p:sp>
    </p:spTree>
    <p:extLst>
      <p:ext uri="{BB962C8B-B14F-4D97-AF65-F5344CB8AC3E}">
        <p14:creationId xmlns:p14="http://schemas.microsoft.com/office/powerpoint/2010/main" val="36904959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DF229F-3A0E-4577-836F-D27F4928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61E05-5DA4-4CB7-BFCB-F9F54196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Cache S7–S13: Converging on V3-A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7B0C2-9335-497F-8B65-FFDD0CA0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06B72-A949-42E6-90DA-BD6F851D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CFDD0-13CF-43F8-93E2-E8BCD786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81BA5-A3F2-4B66-BEB1-7A44B665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23825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Disable old shaping; keep Allegro rotate +1.25; failure=0; allow 10 mm drop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04C09-6B1E-439B-B161-DD1D97C8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8587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2026-07-23_03-57-44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2FF21-1B26-4769-ABEA-169681A7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36C50-A7A1-4B65-A956-0ACD432F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145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47BE1-61F3-4E77-B11D-6064B737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8288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obj_linvel -0.3 to suppress whole-object translation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BEF99-7FB0-4026-B7C5-2D165E1F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7642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2026-07-23_15-34-09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337EF1-D457-4FC2-85E3-59B0D85D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514A8-D1D6-47F5-ADB8-4407B70B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0507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493C63-2ECE-4FA6-9AAA-0E3A8B19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1935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position_error -5; relax workspace termination to 50 mm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FE8F77-55CD-4699-99CD-FF4C3A18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6697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2026-07-23_20-18-51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CD173-ED87-433E-8968-B8D70E7F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718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B3CDC2-1554-4C1C-BEDA-1F8C5EE4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DFD24B-DDBF-4E65-A8EA-C087A5F0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099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Contact-weighted rotation via base / index / middle: 0.25 / 0.375 / 0.375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76BAE2-984F-4605-990E-8CDD310A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5752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2026-07-23_21-54-51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B3680-8FD4-45DD-ABF6-A62BA3EB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A00D75-1318-4D4E-BAFF-C0E6FB86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617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5F575A-0BE2-44D8-968D-ED945D03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60045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support-pose 0.25、opposition-progress 0.20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0CC99B-EEE7-4109-9405-EF991A4F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4807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2026-07-25_03-50-30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4D77B0-D4AC-4221-91A5-00EC2EFE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529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6C8E75-2EEA-468D-AB8F-2E0B3FDB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767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961012-8F9C-44F7-B186-E5FF59EF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V3-A: remove pose shaping; position -5→-6; failure 0→-1; square the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39530C-D9C6-4D54-B559-3BD6526E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3862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2026-07-26_23-27-56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ABC8A0-980C-4198-BABD-1FA9D6CA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FBCA45-83D5-437D-84DF-1456C944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6727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58370D-DF57-4515-A8C6-E3454F26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8155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Current version: V3-A + position-gated spin_continuity -0.05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481FD9-6765-4BCA-BC54-7FB72039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2917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2026-07-27_00-36-25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5848BF-388C-4B0D-82AE-630AF99B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Current formula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835A2D-7594-4FEA-900D-D344F0BB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e=‖ball-anchor‖；p=clip(axis_speed/0.30,-1,1)；purity=exp(-(orth_speed/0.10)²)；gate=position_gate(e)²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BF32F8-5EE5-41E6-8559-545FC303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3405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rotate: forward=1.25×0.30×clip(p,0,1)×purity×gate; reverse=1.25×0.30×clip(p,-1,0)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2B9485-7FE1-44B2-B8C0-B8FDE771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03885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reward=dt×(rotate-0.3‖v‖₁-6e-0.05×gate×(1-clip(p,0,1)))-failure; gate=1 within 15 mm; terminate beyond 50 mm</a:t>
            </a:r>
          </a:p>
        </p:txBody>
      </p:sp>
    </p:spTree>
    <p:extLst>
      <p:ext uri="{BB962C8B-B14F-4D97-AF65-F5344CB8AC3E}">
        <p14:creationId xmlns:p14="http://schemas.microsoft.com/office/powerpoint/2010/main" val="13041650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C0A29D8-0C85-4808-ADD6-867AC2C8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8A99A-07B7-45D7-B83F-3ACFB9B8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Anchor Proximity Improved Retention, Not Sustained Rotation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A683B-21E0-4CDD-9AAC-3EFD4DF8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057D9-A73E-44DD-8958-F42F4FF1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RUN  Baseline  2026-07-21_18-22-39_mujoco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86885-B1E8-4979-B81E-2F4A41E2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14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RUN  Grey-zone  2026-07-21_22-58-39_mujoco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63848-20FC-4CE2-9795-37FDFE0A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EE9B3-7926-4A0C-8B87-3C504198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Diagnostic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E0B26-7A8E-4016-A8CD-BDB1F2BD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BD6957-6073-4465-A13C-F6C7D41E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EF6C9-8F7C-48C5-AC3C-E7194D81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58F48-94B1-4253-BBB1-7EEF432D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05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 anchor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99B78-8E58-43D7-AF95-6BC57771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0707C-E62E-42F2-8704-5B4734DB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58D3E8-F491-450E-8ADA-9CE9E181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2E801C-E532-4D93-AAD3-5ED2EFFF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anchor position error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77362-2540-4D06-816C-4912186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860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386D59-166F-4976-AA1B-DD72EBED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23.35 mm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C6E32-4DE1-4408-8475-30214F20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860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DA43BC-11C8-43E8-B647-9F1A0E09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20.09 mm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A11D03-38BB-4E54-B941-FD0C8353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769A30-F03D-4F6E-9B91-4EBC19C7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14% lower; object stays closer to reset anchor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A39A39-12FD-4F5E-8F85-FEBFC822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6AEA64-F270-4279-96E6-94E95DB7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fingertip contacts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B123FE-3A41-4F5B-B0D4-915133B9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15FA43-6C5F-4788-8724-BC9E7056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2.15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8DCBA3-C500-4ED9-9C18-68FE723B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622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7A0BB2-C958-41B3-8C19-17E946A2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3.00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CDCB6F-3900-42AB-88C7-54885FE2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622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E90EFA-A48D-4510-84E2-8EC3EC80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Stronger enclosure and retention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DD1B44-704B-4653-9E23-6113D4B4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32D3F5-D6D3-45D0-9F30-A7803911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stage-valid fraction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EABD9C-5955-4D17-9236-28F4B1FB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385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51DE53-38FC-4BE9-BFE3-893FA5BD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10.96%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EF9C6E-CA60-4240-8538-9820255F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385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2253BF-A278-4D7A-85C0-400F67F1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33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16.22%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C9B3CF-449A-426D-9441-9B394506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385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BFAF73-D016-497D-A503-B2A45F46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+5.26 percentage points of valid states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2F34DE-A4F3-44A8-919A-9577E7CC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7C7968-0715-4E97-B4EE-A8216816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axis-speed EMA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131211-8DBF-41F4-9BC9-32D6EE19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B685A3-F329-417B-B463-EE040448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10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+0.010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DAF288-EB9E-4906-B559-C9C95C99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147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A3408C-1B9D-4595-BBD9-6793AA7F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10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+0.013 rad/s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2072B45-28CA-472E-A91E-BC3CC2D7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B7A340-6D48-40DF-9FA5-9B6A8CCE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Only a small gain; still far below target speed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3176517-C843-4F26-A13D-4066E1C9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D9A801-22C2-48A9-9A5B-3AE5E85F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≥2 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F8B67B-62B8-4F04-BB19-49CEDB8C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910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95195E8-6CBA-482F-8CC2-8C16BD61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86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0.45%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9C1422E-83FA-4FA0-9A7D-72A11CC1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910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9FFC98-4BCB-4FDE-AE04-12C15443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86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2.16%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BEB01E1-1ADB-4152-A135-CDF86D04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910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0A8BCF-DF75-47BA-AAFF-3C49626D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Short successes increased but remained rare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EF7ED53-574D-476D-850C-AEBF157C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D6F3AE-CDD0-43D6-835C-5CCD95CB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≥5 / 10 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86817E9-28AA-45B5-9E66-0351605E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672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E68E972-B2B7-4C99-BA6B-30EB0674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62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0% / 0%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8CF77A2-D901-44D5-849A-8FE35D13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672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67FE975-FE1F-46D7-BDBC-9F61B856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0% / 0%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F451FDE-401D-46E3-BF0A-4B0CA661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672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7B3CBFB-8EE6-4793-BD94-C160FD97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 sustained rotation was acquired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E7176A7-73D6-4FD5-9DE0-2A20C5CB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A755C90-4CA4-4B9E-AD5C-C2F8F072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survival seconds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AB69E77-BC0D-481F-AED1-A9C9C676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435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F045DE1-F63C-4705-95D6-32DF39F8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38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13.11 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4795439-1DB8-45B9-88BF-275A33F3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435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50F9FBB-5375-4E28-A0AB-AA8ABF55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38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12.78 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12EF5FE-C294-4BB3-A533-0E601372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435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0BA13C9-D067-4C48-A281-0041C704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 survival improvement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E63190A-6652-4AA0-8C7E-3603763F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Conclusion: anchor proximity repaired the 15–30 mm grey zone and improved contact retention, but it did not create long-duration positive angular speed or finger switching.</a:t>
            </a:r>
          </a:p>
        </p:txBody>
      </p:sp>
    </p:spTree>
    <p:extLst>
      <p:ext uri="{BB962C8B-B14F-4D97-AF65-F5344CB8AC3E}">
        <p14:creationId xmlns:p14="http://schemas.microsoft.com/office/powerpoint/2010/main" val="2174107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7E4524-1CEB-4830-A054-0985E9A3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1F446-81FB-4A5D-A336-57E0FDD0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Finger Gaiting: Testing Contact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072AB-DD1F-4EA9-9325-33A19A04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032AE-001F-404D-A601-DA60AEC8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Observed failure sequence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1619250" y="23336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42318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C32D0-A13D-447B-9C3D-B1A110FF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18573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A0E98-E60F-4514-815B-E25BCDA5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8122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Initial push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238625" y="23336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42318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0AD1B-9715-45D3-8688-1FD9E88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952625"/>
            <a:ext cx="18573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9C105-784A-4AEE-B8D7-234B69A3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8122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Brief +Z spin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6858000" y="23336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42318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51304D-28D0-4F93-A1FA-6C231700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52625"/>
            <a:ext cx="18573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2A05F-59D3-49DC-86B7-FB640E64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8122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Contacts freeze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3CB6F-9A37-4A21-AC24-F02070CC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952625"/>
            <a:ext cx="18573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C1901-A7A0-4AD3-B773-333613E3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8122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26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Speed decays to zero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E71BE-C463-4CE1-B01D-2A36B629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D18A3-C0E1-4EDE-AA55-4F44475C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Added rewards and gates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FEFF97-C034-4D32-A9AB-41080F47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86200"/>
            <a:ext cx="252031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6212A9-6D38-41B7-A84F-E76E6EF2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65" y="3886200"/>
            <a:ext cx="214693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6D2D90-BFEC-4F4F-B292-BAE72C07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71925"/>
            <a:ext cx="229171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Gaiting term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6F90B0-1634-448F-AAAA-9F939365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965" y="3971925"/>
            <a:ext cx="191833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Weight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F8C59F-69A9-44B9-9A5E-A77CED9D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252031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EF0B73-7388-42A2-80A6-21150F70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65" y="4343400"/>
            <a:ext cx="214693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82CF71-BA1A-4220-9972-0AB464F8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229171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stable_support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7259D8-9AF9-4A66-9FC3-E0C8B91E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965" y="4429125"/>
            <a:ext cx="191833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86E1A7-212C-4A8E-AAE9-FCBC649B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00600"/>
            <a:ext cx="252031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C13DDB-9894-411D-89FE-25E4791B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65" y="4800600"/>
            <a:ext cx="214693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52385B-618D-4274-834B-8AD1A9A7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86325"/>
            <a:ext cx="229171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release_progress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3AE5EF-E45F-4F8F-B1C8-6BA515F0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965" y="4886325"/>
            <a:ext cx="191833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00E191-4D33-4ACC-A481-89E22BD0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252031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107D94-A67C-431B-9665-30F1AFCD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65" y="5257800"/>
            <a:ext cx="214693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3CC24E-53F3-4FB9-87C6-74C96062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43525"/>
            <a:ext cx="229171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qualified_handoff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87F445-4B00-4BA8-80A1-025ED626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965" y="5343525"/>
            <a:ext cx="191833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3FFEB2-89EC-447F-81CB-FAC8590C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 qualified handoff requires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8416E1-058C-46BB-AB49-F30E7B3A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624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• one finger released for at least 2 control steps</a:t>
            </a:r>
          </a:p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• at least 2 other fingertips remain in contact</a:t>
            </a:r>
          </a:p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• object stays inside the retention gate with no palm contact</a:t>
            </a:r>
          </a:p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• released finger reconnects before timeout and speed recovers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726B4F-9D20-49C2-9C75-7AE5D79B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RUN  V1  12-19-14 / 12-36-43     V2  14-58-36 / 15-47-22</a:t>
            </a:r>
          </a:p>
        </p:txBody>
      </p:sp>
    </p:spTree>
    <p:extLst>
      <p:ext uri="{BB962C8B-B14F-4D97-AF65-F5344CB8AC3E}">
        <p14:creationId xmlns:p14="http://schemas.microsoft.com/office/powerpoint/2010/main" val="65464903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4346AD-F36E-47AE-82D6-CA0D81A8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974F1-9483-418E-90FB-E76A2674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Finger Gaiting Exposed Positive Rotation as the Bottleneck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2AB89-0B09-4561-9DEB-D7A9A723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277F9-C7D8-42D5-A0E3-F042786C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RUN  2026-07-22_15-47-22_mujoco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19E94-EDCC-480C-A957-B9E3358E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288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15105-59BA-45DC-8C80-0D9DCCE0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22.33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1ED10-7A96-4572-B988-651A4C02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mean survival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EAC03-808A-4029-A701-093AAC0F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288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2E977-37CE-444A-B103-FA32AD7A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19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10.48 mm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77567-4F2D-4108-B76D-75D8285B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9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mean anchor error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D77A2-542F-45B3-9035-41165732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288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E0E4D-1E1B-4C98-944D-34CDD545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19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2.12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928E4-A06C-4888-9D77-9985920C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09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mean fingertip contacts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65BFC1-0923-4478-94D1-623C9043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288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A0BB2-631E-4B83-A611-7830E676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19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0.055%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7AC0EF-FCE0-4077-9B4C-AA7F74FE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09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termination 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F7CEF-ABC4-4E7A-9846-E597AD8F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A1BFD-BE6E-476E-B146-4F5E020B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gates that actually failed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5F7EC-A717-40DD-9732-38BA9BA8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Positive speed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618197-07E7-48A0-9E51-6565D135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1.97%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77A394-FAAE-4C81-A269-6E487A9B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14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Qualified handoff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55FFB4-87DA-453D-B323-8663E682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&lt; 0.11%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38EBA1-B79C-4720-B325-C39DF78A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14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2s / 5s / 10s success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DAAFA1-814F-4FBA-8FD1-6501EF16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720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all zero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C96552-0863-4774-B651-2F35620A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7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Interpretation: forcing handoff before reliable positive rotation makes an already sparse exploration problem even harder.</a:t>
            </a:r>
          </a:p>
        </p:txBody>
      </p:sp>
    </p:spTree>
    <p:extLst>
      <p:ext uri="{BB962C8B-B14F-4D97-AF65-F5344CB8AC3E}">
        <p14:creationId xmlns:p14="http://schemas.microsoft.com/office/powerpoint/2010/main" val="159653373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4116FDB-6AA2-429B-9C5E-5147462D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0A7E9-ADA6-46FF-8987-5E0E0F59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 Rotation Isolates Basic +Z Acquisition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BA39F-5404-45C5-8CB5-1C1BE918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735FE-F238-4099-9C6F-28096930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Fixed target: world +Z · 0.30 rad/s · cache reset · 25-second episode · no handoff objective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9D510-3A69-466F-B00B-135D58A1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ECDEC-8583-4B4B-84AC-E4283740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097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4A103-D179-49C6-936B-3C0A924B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954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Positive 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40941-3486-47E4-BA32-8CBDE793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954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63261-EE8C-4890-8A61-752A4452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C34B4B-7A3D-4D72-A7C8-75BC32AF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669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12148C-A7F0-4888-8C96-6A782CA5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stable_rotation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042F5-F63F-49DB-82C1-E7CEC5BB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526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+6.0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5D203A-05D8-4853-B26D-9D0A94A5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DC327-0988-47DC-A018-C4BF8168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DF776-14DF-4271-9A9D-B04CAF3E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rotation_streak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BB664C-6B9E-4888-BD85-B3FB3AF4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098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163410-5E4F-4FFD-AF1A-873287B8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ABB60-2B32-4E28-A7D2-42BA2CD4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813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901AD5-54CC-4521-ADD0-B8BA07B2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670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thumb_contact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78A1FA-4A55-45D4-ACFE-5E6AA315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670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1495F3-46DF-4C41-BB5E-EB9B257B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50E23A-849B-475C-AD5A-67112DEE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385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9183A5-3E90-429F-B69E-A34CB6B9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242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fingertip_support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69051D-2A7C-42E7-AC10-6E42DDEE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242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2A5AEB-0E99-4139-B6B6-3C8A0BBA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80306A-1E84-479B-A5C0-B58C3FB0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957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66A9D7-8C08-4989-9DBD-21EB2600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814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center_recovery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56FB57-0361-4DD3-92DF-6365BBBA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814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+1.0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1C7260-75AB-49DE-B503-C9C3EC50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A0946E-9072-4913-A13D-5B24681F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18097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EE01CE-F485-4411-A602-623D2274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954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Cost / penalty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11D7BD-14BD-4750-9FCC-AE17BCBC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18954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Weight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1B1096-E241-4AF6-BAB4-7BB0C663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EAFF04-34B4-4423-8163-C77FEF14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22669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765045-B18E-4F95-9798-EB9B6B89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526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stall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5A609C-7290-4FEF-AFA1-CC6FC676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23526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-1.0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EA975A-553C-465D-903C-5D006359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7B3A29-41C9-4A0B-A832-2ECC65AD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27241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56B1EA-6997-418A-B4CF-29D2E38D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98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reverse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1A0678-4918-4C18-B932-DE6C76B6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28098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-4.0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FB3DEF-5023-4611-82C7-1B69F1EA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813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5447AA-906D-489D-8073-D2129FF0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31813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646A74-9800-46AD-B887-6246943D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670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object_center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F5F161-5D72-4B50-AF3D-401ADB69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32670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-2.5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56752D-AE99-4CD3-99DE-DE360B44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385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71BF9D-1220-430E-8FBC-DF2C8A7B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36385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EA348C-4A0A-4FBF-97F5-DA0443D4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242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object_linear_velocity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4F4315-CB63-457E-B7EA-98517D09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37242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-0.4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83280C-1546-4C42-9081-A9EA74C5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2655C9E-BBC1-4D84-A654-7FFC96EB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40957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FA9E5C3-1A36-4E9D-B989-4A568B59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814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palm_contact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7C599D-63D3-4CB9-AC9C-9815B9FA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41814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-1.0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DFCEB8-3E40-4ABB-9CC0-89195A32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529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E70B3A3-310C-4F69-BE6B-44FE2343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45529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4018C70-DF09-43A4-A960-344BD035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386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orthogonal_speed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7B6215-01BB-4357-9460-A6DB0470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46386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-0.25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331C100-D7C6-4E37-9CE3-A03A5999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101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30AFA6E-D3D5-4D3E-B829-1E9CD5F6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50101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DFC77D1-AF61-4514-A426-E6AEC766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958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failure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5491838-CE22-4885-AEE6-548CFE4B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50958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-5.0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DC36A30-DCE9-4CF9-AB4D-A4FDA5FC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Direct uses a different reward scale; aggregate return is comparable only among checkpoints from this task.</a:t>
            </a:r>
          </a:p>
        </p:txBody>
      </p:sp>
    </p:spTree>
    <p:extLst>
      <p:ext uri="{BB962C8B-B14F-4D97-AF65-F5344CB8AC3E}">
        <p14:creationId xmlns:p14="http://schemas.microsoft.com/office/powerpoint/2010/main" val="140513109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9B203D7-D40F-48F8-83FE-CA980B47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2AB91-0B07-478B-B5F9-DF33BB09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 Acquired Forward Spin, Not Sustained Motion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9ED60-A0B4-46E2-BAAD-F143ED2C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F02B6-E02A-4AC6-8CD3-024AB90B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RUN  2026-07-22_21-27-39_mujoco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B442E-D183-4D04-98ED-421704AA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Rotation acquisition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BC5CB-25E4-4BA8-BD67-F653CF2B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1539B-D80E-4E6B-B2AD-1C283434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34315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5971B-ECF2-42A3-9384-86C30583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Task metric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93F0E-EAE8-40F2-86A3-6E50DD73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242887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Final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96E72-47F8-493E-879B-C35BBC87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049CD-2A0C-4EF1-BDBF-BB7FD9D5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78130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8FF3D-C13D-4E34-B87A-6097FE05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6702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target +Z speed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07BCD-213D-4660-900D-C9C298ED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286702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0.300 rad/s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0D3554-14E1-449A-B77D-92D1251B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1945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29C733-D46A-4617-AA51-B23C7D0B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21945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77706F-4821-45FE-B08F-E4630BCA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0517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axis-speed EMA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8B684-D3E2-4946-BD5A-4A5BFB6D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330517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+0.246 rad/s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19A410-40AC-4242-A11D-AA778DD1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5760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A96959-3F3F-4E0C-BC6A-CB29700A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5760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698A4E-8F9F-4909-A972-39ADA295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4332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axis purity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8E0E6-6495-454D-BFA6-C80495CA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374332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84.3%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562D6C-703C-4573-8C4A-67DD27B3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5585F2-ED3A-421B-B3F6-2096EC29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09575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4049B1-9DB8-4829-9192-C1642C26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8147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mean anchor error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9E8102-16C9-43ED-8A32-C68820E1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418147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14.7 mm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F0ED73-B3C9-44D8-B3FE-F7F3203D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D2DC0C-D2AF-43E7-BA35-96D83C0C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53390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1F84D1-AB84-493C-A2D7-679B8C35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mean fingertip contacts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67FD3F-5D06-42E7-8B98-A08CC4F8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461962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2.47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2AA2E6-B7DD-427E-B68A-3491FD89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9B627F-42C1-4DCF-88DA-CA7F2BC8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97205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D8A410-06F8-4D9C-8621-E5E93230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5777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palm contact rate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DF76C-E66D-4992-B89D-40409263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505777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BB97BA-4FC1-4299-A704-587B6143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Sustainability check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C518BB-29CE-4FF7-B055-D094E120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344268-8FEE-4DE8-B1A1-75C905B9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431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25ADDF-96F0-4BED-B3CC-CE834285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288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Success gate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988239-8E62-426C-B65A-5EC21AD1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2887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Observed fraction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FD435E-1AE5-4421-9C5D-D2F6A8C8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9D7AC7-D0C4-4194-A059-59C237E4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AD1E20-9A0B-4CBF-B916-5904FC43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670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continuous spin ≥ 2 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78AED5-5B9C-4175-A95A-B9250F75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6702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0.012%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3B0A75-C5C7-47E2-B76E-89AE1DE9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D3A995-5B53-4B7B-95B2-7B6D0E60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194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CE7CE4-A4BE-4974-80DF-8E10943E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051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continuous spin ≥ 5 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40ACA8-7D5D-4B89-BD94-6530B54F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0517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7FD757-835C-434C-AC99-36C4A759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576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53C5AF5-2298-414C-BBA6-04D6DCD6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576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F5C82D1-26C3-4874-BCFC-9A66B3CA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433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continuous spin ≥ 10 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5AF65E-0791-46B0-8918-00EA9E89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4332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BD50229-FC11-47F3-A372-AFCF73DC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C424DC-80B0-46EE-BACD-C93963E4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6107720-3293-4777-94BA-CB9ADEB9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814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natural handoff rate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054A550-994B-46FD-8D96-14296153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8147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0.061%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C6A6B5E-196F-4F1F-B776-D17E0DF4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396027-925D-47FD-BBD4-5C4D4E9E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339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63DB295-F143-41B0-85A9-461C6253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196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final success fraction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DF695F2-B10D-4AFF-BCE0-210340BA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1962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0.061%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89643BE-408F-4018-A956-28FC412F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34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Conclusion: the policy can generate positive +Z rotation, but it cannot maintain the motion, switch contacts, or complete multiple turns.</a:t>
            </a:r>
          </a:p>
        </p:txBody>
      </p:sp>
    </p:spTree>
    <p:extLst>
      <p:ext uri="{BB962C8B-B14F-4D97-AF65-F5344CB8AC3E}">
        <p14:creationId xmlns:p14="http://schemas.microsoft.com/office/powerpoint/2010/main" val="96953456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751C09-4979-4C32-B6C4-C4A157D9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5489F-8970-4862-90F4-27E38904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Cache Gaiting Held Position but Did Not Spin or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492BA-AB55-4EB2-9E9B-27AF3BA7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BCAD5-592D-4665-8EA4-28AACD92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4762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D345D-CEC5-4EA4-B5A9-2961C908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V1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993B7-21F6-47EE-8BDB-4EC52F29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390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Combined the simplified rotation objective with stable-support, release-progress, and handoff shaping.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Problem: gaiting pressure increased exploration cost before stable rotation existed.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5EA35-5C00-46B5-B7BB-E031E11A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RUN  2026-07-27_12-09-05_mujoco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332FA-CD29-4DBB-A43F-74B0DD8B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28750"/>
            <a:ext cx="4953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0CDAF-9366-4A6E-A565-0E270452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V2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C53DA-6B41-4E94-B659-8D27A3C7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2410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Kept the rotation objective, removed stable/release shaping, reduced handoff influence, and allowed release only for non-thumb fingers.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Goal: acquire rotation first, then require contact switching.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077E7-C4EA-4FF8-8BDF-BD6C3329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33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RUN  2026-07-27_12-26-57_mujoco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A6342-653C-4396-95AA-55367767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9D6E0-5422-48B5-92CE-3C432DDA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447675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4B7D08-0C8E-4323-90BB-21B14BF8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6247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Latest task metric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97D91C-80F3-49A4-B7D5-4601AC43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56247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Observed value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276F12-5E96-4EA0-837F-43B7C266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D1E385-2715-49CF-BEAC-8B889CD5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476250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DD75AC-F721-414A-97EB-1BFE268D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4822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position 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6D37B5-5779-48F1-91E1-D78491B0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84822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98.8%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5794D7-1F29-43D8-9F49-321D17ED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CCF3FF-C4BF-4812-9D93-B7AD6DF5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504825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5101CC-B385-4332-94DB-677D0AD7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3397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axis purity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5EEC27-0728-4E75-890C-580D413A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13397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95.1%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F86BE2-A937-445C-B56E-AC9F7298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F34DB7-8A0D-449A-B371-101B604F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533400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D44356-DC82-493B-8A72-25E32E50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axis speed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902185-1A8A-46F8-950F-66B91F54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41972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+0.001 rad/s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76DB8D-BF09-4BC4-8264-143B10FC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DE9D0F-E03C-400C-9E2B-CAB37EB8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561975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961322-EBE1-434A-A467-D61E6015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0547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net turns / episode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FB36AE-08D0-49BF-8795-88A74F5A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70547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0.0069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453D63-6F10-40A6-9BF7-380DD46D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4CCDC8-F460-4568-99F3-C6662884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590550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72B2F4-0BB5-4842-8041-680EFD67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9122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speed &gt; 0.10 rad/s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1A7C16-568C-4F95-8258-92ED2BF2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99122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0.73%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B46395-47C5-4418-9369-9AA051C1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074815-FDA0-4ACD-AC40-CCE440FA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619125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752BBC-9A04-4DE7-A3C5-055BCB66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7697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qualified handoff rate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EACE10-8EDF-4461-BA8F-9B24EB28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627697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175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0.006%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55B86A-2CEB-45A4-8C30-EE5D0A78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14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DDC38F-BED4-424C-936E-2473A6D2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91100"/>
            <a:ext cx="276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32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object stayed near its anchor and the rotation axis was clean, but axis speed and qualified handoffs were almost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Retention is not sustained rotation.</a:t>
            </a:r>
          </a:p>
        </p:txBody>
      </p:sp>
    </p:spTree>
    <p:extLst>
      <p:ext uri="{BB962C8B-B14F-4D97-AF65-F5344CB8AC3E}">
        <p14:creationId xmlns:p14="http://schemas.microsoft.com/office/powerpoint/2010/main" val="103908164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E6E2C1F-E8D2-44E0-8A40-B244D4D5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23A7E-5FF7-4A61-AC8F-F1B16B19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Each Task Answers a Different Diagnostic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1C310-B3FB-4B67-A847-EAA23247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CFA71-E354-4333-AFBF-AA3D0E41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B9138-1456-4418-ACF2-57E674A4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A9734-17FE-48AA-B272-469C5846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28750"/>
            <a:ext cx="2486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47A75-ACAE-4E80-B1F3-F9BE13A9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52575"/>
            <a:ext cx="2295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Representative RunId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81EDE-701E-4406-835D-82A7D374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428750"/>
            <a:ext cx="2524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CC464-D4A7-4736-8109-FAA27ED3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5257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A97D6-D329-4D01-98A4-15C766C3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11BDB-1DC0-4410-80CE-D93BED69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525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Supported conclusion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D476F-85D7-467F-B18F-B29266F2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287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0485AA-0079-46AD-8A08-9C0DAEF1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5525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DDCB41-BD21-4928-B274-F35372A3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1CBD7-AD45-412C-B13A-CE4A0B09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Ball Cache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59B992-0EA3-44C0-8FC6-7B7FD177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8595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63C47-A861-49F0-809B-21A37E2F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0025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07-21_17-29-49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47ACFC-99D6-456E-829D-57131469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8859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7ED20B-1CD8-453B-9320-D11D26C7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Does cache reset work?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064971-F8A0-41A7-B8AC-EA578F2C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859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914C05-7729-4165-BD22-0BE07E4F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Integration is executable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C33EA3-A111-4C19-A6BF-424BAAFF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85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DAC248-6FD4-47CE-ABA8-C890288F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002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integration 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AD2484-1A61-439B-9E55-BFCF152D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384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D7D930-E77C-4B1F-8AFE-9CBF73F3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Cache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C5D54F-9222-4FD8-98B4-201100C5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3840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30B333-ECDD-4349-B81F-D89E95DE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5270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07-21_18-22-39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2068A6-72AF-4BFA-A6B1-FCCC715B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384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91AAF4-69B4-488F-8E42-7F31DB12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527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Can many grasps rotate?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725593-3612-4817-9BD5-BDDB9564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384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F1E9AE-CA0C-42EC-B8D4-522359B8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527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77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Formal baseline established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1508BC-8B2B-4131-B3A6-B75BAD2D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38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BBF53D-897C-4427-BC95-31B653BD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527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rotation metrics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55C9C6-E6E1-44BB-8B48-6C289E3B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10AC59-6A59-44DF-8D6B-0D9BFCC7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Retention Grey-zone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8F3144-C8DD-4BB6-B083-291FBBDD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9085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286B5E-0D54-412C-A7B3-7BB51198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0515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07-21_22-58-39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8A3542-D82A-4474-838B-3ED00942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908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46189E-5AB2-41AD-B3BE-FEB4C158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051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settle at 15–30 mm?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F71A58-9DC8-430E-9A0B-DDEAEE6E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908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B28AF4-B3CB-490C-B67E-A6655ECB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051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02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Retention improved, spin did not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9C1EB1-5403-47F5-BD53-31EF5C50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90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FBD9FE-406A-4C59-90B5-9AE9166B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051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A/B diagnosis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28D9D9-4FB5-458C-8B2D-34C9F47B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862C8B-5C0C-482C-BA2A-B1689C8E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Finger Gaiting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984E74-B004-4D69-91E5-DF0E4F14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4330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48BC07-EAED-40CB-914B-3B51A4E9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5760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07-22_15-47-22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62C4B1-208F-438A-BB2D-B1902CFC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433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A50E09-89C8-4A12-AA49-31A7DA68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576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Is contact switching missing?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E463F17-682B-465D-B098-CBAAA805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A9D3A9C-0444-404D-9167-00DFE32C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576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947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Positive speed is the first bottleneck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E8E6CE1-F283-4E66-A213-C36DCE06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43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A21FA21-DAF9-4CF1-8C89-F17DED55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576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gate metrics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7ED5165-00ED-48AB-B184-73C0FB58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2D5022A-3AB4-4609-B0A0-815929CC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BEC53B6-5018-4828-835A-051DEAC2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9575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33DB71E-0543-477E-BA0A-6FACCE09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1005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07-22_21-27-39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D3CB350-AA59-4938-83B7-7014C8D6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957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35312C-1496-4A4D-8979-A514C6AD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2100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08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Can forward spin be acquired?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04809CE-EBED-4628-A6D3-3A5D39F2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957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9833383-E528-479A-98D3-ED816365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10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36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Acquisition is possible but brief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9ACE419-6BF4-4F8E-90A5-02F18571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95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6975239-1CB8-435B-BBFA-CC446765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100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duration metrics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E634C81-6FF1-449A-A939-64B9A4A1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158B5AF-9BD6-4145-8D0C-F382F93E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V3-A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E3C4456-E9C8-4ADE-A33F-E7FA4A5B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4820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682184D-F706-4089-84CB-B85BB7B0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6250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07-27_00-36-25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71DCE61-AC31-435A-BC4F-066BC425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482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664D472-E0B2-41ED-B417-A0868BA9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62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Can reward be simplified?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29F8F42-357C-4507-937E-F5245E42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E97EE2C-69B9-4458-89B6-7F1D5BA6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69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 task signals retained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DBD96A0-8026-4400-8B61-F13D9F4F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482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E8F8EAC-A51A-4863-BD8E-99A012A4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625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reward ablation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34D88B5-AF69-452C-8F9D-E9C9F1A5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006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13D182F-8FC7-451E-B6F9-0D436B69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Cache Gaiting V2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A5CB585-64C7-4D0B-BE63-EFC817E0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20065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F0C7BF4-8354-4C9A-B132-FBCE0FB5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31495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07-27_12-26-57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6BF2127-D0F3-4425-809E-EBA0D045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2006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E0B4F6E-9872-4B68-86B1-82CD4513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3149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32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Can constrained handoff return?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B947B9F-B7D4-4113-BEA2-FFE3EB65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006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24E20C1-7072-4A3A-A109-50F00CD7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14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947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Retention works; rotation remains absent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C97DA1D-98FF-4D35-9504-532A4B21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006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6E5C88C-0BA7-410C-A396-36C02E48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149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task metrics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659EA69-65ED-44D2-88BA-980D6475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53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Historical checkpoints must be interpreted with their saved run_config.json, not the current parent YAML.</a:t>
            </a:r>
          </a:p>
        </p:txBody>
      </p:sp>
    </p:spTree>
    <p:extLst>
      <p:ext uri="{BB962C8B-B14F-4D97-AF65-F5344CB8AC3E}">
        <p14:creationId xmlns:p14="http://schemas.microsoft.com/office/powerpoint/2010/main" val="11793788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3B71D-9154-47DE-8683-94A724F2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758F1-6879-44BE-BB2C-862837AC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Prove Sustained Rotation Before Reintroducing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A5CFD-1F9D-4C82-BF0A-AE855335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324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AA6C9-9B4A-496F-9A14-8FD49CEF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Three defensible conclusions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817CC-FA28-4B24-874B-0662299C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5334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  A ball-specific reset cache and physically valid collision model are prerequisites.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  Better retention does not imply sustained rotation; signed axis speed and net angle must be measured.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  Handoff is eventually necessary, but forcing it before rotation acquisition increases exploration sparsity.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D2575-E6F4-470B-BF20-DDF101AF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333875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4D570-ECF6-44E5-BAD0-63F7A4BA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76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Validation order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D788F-6F03-4D02-B990-3ED702BE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3524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29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01  Reward ablation with fixed cache and seed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02  Report axis-speed duration and net turns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03  Use the viewer to reject palm support or penetration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04  Add handoff only after acquisition is stable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05  Compare success rate across at least three seeds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06  Add domain randomization last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C92EF9-28E0-472A-A26F-334CE0D6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Success criteria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E2F5C-F3AA-454F-B836-140EB6CD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positive rotation · multiple net turns · low orthogonal speed · no drop · qualified handoff · cross-seed stability</a:t>
            </a:r>
          </a:p>
        </p:txBody>
      </p:sp>
    </p:spTree>
    <p:extLst>
      <p:ext uri="{BB962C8B-B14F-4D97-AF65-F5344CB8AC3E}">
        <p14:creationId xmlns:p14="http://schemas.microsoft.com/office/powerpoint/2010/main" val="13003533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2026-07-29T00:50:17.3740000Z</dcterms:created>
  <dcterms:modified xsi:type="dcterms:W3CDTF">2026-07-29T00:50:17.3740000Z</dcterms:modified>
</coreProperties>
</file>